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68" r:id="rId2"/>
    <p:sldId id="322" r:id="rId3"/>
    <p:sldId id="328" r:id="rId4"/>
    <p:sldId id="321" r:id="rId5"/>
    <p:sldId id="323" r:id="rId6"/>
    <p:sldId id="324" r:id="rId7"/>
    <p:sldId id="329" r:id="rId8"/>
    <p:sldId id="325" r:id="rId9"/>
    <p:sldId id="326" r:id="rId10"/>
    <p:sldId id="327" r:id="rId11"/>
    <p:sldId id="330" r:id="rId12"/>
    <p:sldId id="331" r:id="rId13"/>
    <p:sldId id="332" r:id="rId14"/>
    <p:sldId id="333" r:id="rId15"/>
    <p:sldId id="334" r:id="rId16"/>
    <p:sldId id="335" r:id="rId17"/>
    <p:sldId id="337" r:id="rId18"/>
    <p:sldId id="336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9" r:id="rId30"/>
    <p:sldId id="350" r:id="rId31"/>
    <p:sldId id="351" r:id="rId32"/>
    <p:sldId id="355" r:id="rId33"/>
    <p:sldId id="353" r:id="rId34"/>
    <p:sldId id="354" r:id="rId35"/>
    <p:sldId id="352" r:id="rId36"/>
    <p:sldId id="356" r:id="rId37"/>
    <p:sldId id="357" r:id="rId38"/>
    <p:sldId id="358" r:id="rId39"/>
    <p:sldId id="359" r:id="rId40"/>
    <p:sldId id="360" r:id="rId41"/>
    <p:sldId id="361" r:id="rId42"/>
    <p:sldId id="365" r:id="rId43"/>
    <p:sldId id="366" r:id="rId44"/>
    <p:sldId id="362" r:id="rId45"/>
    <p:sldId id="36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58BA46-AC7E-4CE0-BF4D-53594DBF6E37}" v="31" dt="2026-03-29T16:40:32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ra elmekky" userId="df6e18b89ad5e1bc" providerId="LiveId" clId="{62C04A3D-D3F1-4228-A833-5005F1202B26}"/>
    <pc:docChg chg="undo redo custSel addSld delSld modSld sldOrd">
      <pc:chgData name="yara elmekky" userId="df6e18b89ad5e1bc" providerId="LiveId" clId="{62C04A3D-D3F1-4228-A833-5005F1202B26}" dt="2026-03-29T16:40:43.965" v="580" actId="1076"/>
      <pc:docMkLst>
        <pc:docMk/>
      </pc:docMkLst>
      <pc:sldChg chg="delSp mod">
        <pc:chgData name="yara elmekky" userId="df6e18b89ad5e1bc" providerId="LiveId" clId="{62C04A3D-D3F1-4228-A833-5005F1202B26}" dt="2026-03-27T20:21:51.734" v="18" actId="478"/>
        <pc:sldMkLst>
          <pc:docMk/>
          <pc:sldMk cId="4092477543" sldId="321"/>
        </pc:sldMkLst>
      </pc:sldChg>
      <pc:sldChg chg="addSp delSp mod">
        <pc:chgData name="yara elmekky" userId="df6e18b89ad5e1bc" providerId="LiveId" clId="{62C04A3D-D3F1-4228-A833-5005F1202B26}" dt="2026-03-27T20:21:33.765" v="16" actId="478"/>
        <pc:sldMkLst>
          <pc:docMk/>
          <pc:sldMk cId="2402905400" sldId="322"/>
        </pc:sldMkLst>
      </pc:sldChg>
      <pc:sldChg chg="delSp modSp mod">
        <pc:chgData name="yara elmekky" userId="df6e18b89ad5e1bc" providerId="LiveId" clId="{62C04A3D-D3F1-4228-A833-5005F1202B26}" dt="2026-03-29T13:09:13.863" v="79" actId="20577"/>
        <pc:sldMkLst>
          <pc:docMk/>
          <pc:sldMk cId="468620982" sldId="323"/>
        </pc:sldMkLst>
        <pc:spChg chg="mod">
          <ac:chgData name="yara elmekky" userId="df6e18b89ad5e1bc" providerId="LiveId" clId="{62C04A3D-D3F1-4228-A833-5005F1202B26}" dt="2026-03-29T13:09:13.863" v="79" actId="20577"/>
          <ac:spMkLst>
            <pc:docMk/>
            <pc:sldMk cId="468620982" sldId="323"/>
            <ac:spMk id="4" creationId="{07313EB3-5F61-74D4-657F-1A5600F8DB02}"/>
          </ac:spMkLst>
        </pc:spChg>
      </pc:sldChg>
      <pc:sldChg chg="delSp modSp mod">
        <pc:chgData name="yara elmekky" userId="df6e18b89ad5e1bc" providerId="LiveId" clId="{62C04A3D-D3F1-4228-A833-5005F1202B26}" dt="2026-03-27T20:21:57.389" v="21" actId="478"/>
        <pc:sldMkLst>
          <pc:docMk/>
          <pc:sldMk cId="3878376785" sldId="324"/>
        </pc:sldMkLst>
      </pc:sldChg>
      <pc:sldChg chg="addSp delSp modSp mod">
        <pc:chgData name="yara elmekky" userId="df6e18b89ad5e1bc" providerId="LiveId" clId="{62C04A3D-D3F1-4228-A833-5005F1202B26}" dt="2026-03-29T13:36:37.286" v="169" actId="1076"/>
        <pc:sldMkLst>
          <pc:docMk/>
          <pc:sldMk cId="2162934106" sldId="325"/>
        </pc:sldMkLst>
        <pc:spChg chg="add mod">
          <ac:chgData name="yara elmekky" userId="df6e18b89ad5e1bc" providerId="LiveId" clId="{62C04A3D-D3F1-4228-A833-5005F1202B26}" dt="2026-03-29T13:35:48.420" v="135" actId="164"/>
          <ac:spMkLst>
            <pc:docMk/>
            <pc:sldMk cId="2162934106" sldId="325"/>
            <ac:spMk id="2" creationId="{F6B8AD73-E363-A504-34DC-49A1F43C4F73}"/>
          </ac:spMkLst>
        </pc:spChg>
        <pc:spChg chg="add mod">
          <ac:chgData name="yara elmekky" userId="df6e18b89ad5e1bc" providerId="LiveId" clId="{62C04A3D-D3F1-4228-A833-5005F1202B26}" dt="2026-03-29T13:35:48.420" v="135" actId="164"/>
          <ac:spMkLst>
            <pc:docMk/>
            <pc:sldMk cId="2162934106" sldId="325"/>
            <ac:spMk id="5" creationId="{59A6BB5E-7D76-F669-D19A-2FB3FD2CA2B8}"/>
          </ac:spMkLst>
        </pc:spChg>
        <pc:spChg chg="add mod">
          <ac:chgData name="yara elmekky" userId="df6e18b89ad5e1bc" providerId="LiveId" clId="{62C04A3D-D3F1-4228-A833-5005F1202B26}" dt="2026-03-29T13:34:27.670" v="126" actId="571"/>
          <ac:spMkLst>
            <pc:docMk/>
            <pc:sldMk cId="2162934106" sldId="325"/>
            <ac:spMk id="7" creationId="{0A3F65D8-5CE7-204C-9A81-BD56E3873C1D}"/>
          </ac:spMkLst>
        </pc:spChg>
        <pc:spChg chg="add mod">
          <ac:chgData name="yara elmekky" userId="df6e18b89ad5e1bc" providerId="LiveId" clId="{62C04A3D-D3F1-4228-A833-5005F1202B26}" dt="2026-03-29T13:34:33.273" v="129"/>
          <ac:spMkLst>
            <pc:docMk/>
            <pc:sldMk cId="2162934106" sldId="325"/>
            <ac:spMk id="9" creationId="{02B87462-B767-A9C2-DC39-BDE1809FAA40}"/>
          </ac:spMkLst>
        </pc:spChg>
        <pc:spChg chg="mod">
          <ac:chgData name="yara elmekky" userId="df6e18b89ad5e1bc" providerId="LiveId" clId="{62C04A3D-D3F1-4228-A833-5005F1202B26}" dt="2026-03-29T13:36:28.159" v="167" actId="1076"/>
          <ac:spMkLst>
            <pc:docMk/>
            <pc:sldMk cId="2162934106" sldId="325"/>
            <ac:spMk id="11" creationId="{897471DF-517C-FB5C-B161-4B54EA6B7C96}"/>
          </ac:spMkLst>
        </pc:spChg>
        <pc:spChg chg="add mod">
          <ac:chgData name="yara elmekky" userId="df6e18b89ad5e1bc" providerId="LiveId" clId="{62C04A3D-D3F1-4228-A833-5005F1202B26}" dt="2026-03-29T13:35:48.420" v="135" actId="164"/>
          <ac:spMkLst>
            <pc:docMk/>
            <pc:sldMk cId="2162934106" sldId="325"/>
            <ac:spMk id="16" creationId="{F8051EDB-CC5C-82D2-A1AA-FCE7E4FC3BA2}"/>
          </ac:spMkLst>
        </pc:spChg>
        <pc:grpChg chg="add mod">
          <ac:chgData name="yara elmekky" userId="df6e18b89ad5e1bc" providerId="LiveId" clId="{62C04A3D-D3F1-4228-A833-5005F1202B26}" dt="2026-03-29T13:36:37.286" v="169" actId="1076"/>
          <ac:grpSpMkLst>
            <pc:docMk/>
            <pc:sldMk cId="2162934106" sldId="325"/>
            <ac:grpSpMk id="17" creationId="{EDF945A6-1963-A113-8AE2-83F7AEDC019B}"/>
          </ac:grpSpMkLst>
        </pc:grpChg>
        <pc:picChg chg="mod">
          <ac:chgData name="yara elmekky" userId="df6e18b89ad5e1bc" providerId="LiveId" clId="{62C04A3D-D3F1-4228-A833-5005F1202B26}" dt="2026-03-29T13:35:48.420" v="135" actId="164"/>
          <ac:picMkLst>
            <pc:docMk/>
            <pc:sldMk cId="2162934106" sldId="325"/>
            <ac:picMk id="3" creationId="{096BADAA-8920-AF14-5A76-940A33042097}"/>
          </ac:picMkLst>
        </pc:picChg>
        <pc:picChg chg="add mod">
          <ac:chgData name="yara elmekky" userId="df6e18b89ad5e1bc" providerId="LiveId" clId="{62C04A3D-D3F1-4228-A833-5005F1202B26}" dt="2026-03-29T13:34:27.670" v="126" actId="571"/>
          <ac:picMkLst>
            <pc:docMk/>
            <pc:sldMk cId="2162934106" sldId="325"/>
            <ac:picMk id="6" creationId="{D238245E-1F18-DC92-522F-8D596B8F8465}"/>
          </ac:picMkLst>
        </pc:picChg>
        <pc:picChg chg="add mod">
          <ac:chgData name="yara elmekky" userId="df6e18b89ad5e1bc" providerId="LiveId" clId="{62C04A3D-D3F1-4228-A833-5005F1202B26}" dt="2026-03-29T13:34:33.273" v="129"/>
          <ac:picMkLst>
            <pc:docMk/>
            <pc:sldMk cId="2162934106" sldId="325"/>
            <ac:picMk id="8" creationId="{62F63B6C-94A9-D9DA-C4A0-75DE0C4D17AF}"/>
          </ac:picMkLst>
        </pc:picChg>
      </pc:sldChg>
      <pc:sldChg chg="addSp delSp modSp mod">
        <pc:chgData name="yara elmekky" userId="df6e18b89ad5e1bc" providerId="LiveId" clId="{62C04A3D-D3F1-4228-A833-5005F1202B26}" dt="2026-03-29T14:35:55.197" v="441" actId="20577"/>
        <pc:sldMkLst>
          <pc:docMk/>
          <pc:sldMk cId="130602908" sldId="326"/>
        </pc:sldMkLst>
        <pc:spChg chg="add del mod">
          <ac:chgData name="yara elmekky" userId="df6e18b89ad5e1bc" providerId="LiveId" clId="{62C04A3D-D3F1-4228-A833-5005F1202B26}" dt="2026-03-29T14:29:34.406" v="249" actId="478"/>
          <ac:spMkLst>
            <pc:docMk/>
            <pc:sldMk cId="130602908" sldId="326"/>
            <ac:spMk id="6" creationId="{04842C52-F7ED-1B56-00BA-108BBB5FFC30}"/>
          </ac:spMkLst>
        </pc:spChg>
        <pc:spChg chg="mod">
          <ac:chgData name="yara elmekky" userId="df6e18b89ad5e1bc" providerId="LiveId" clId="{62C04A3D-D3F1-4228-A833-5005F1202B26}" dt="2026-03-29T14:35:55.197" v="441" actId="20577"/>
          <ac:spMkLst>
            <pc:docMk/>
            <pc:sldMk cId="130602908" sldId="326"/>
            <ac:spMk id="11" creationId="{897471DF-517C-FB5C-B161-4B54EA6B7C96}"/>
          </ac:spMkLst>
        </pc:spChg>
        <pc:graphicFrameChg chg="add del mod">
          <ac:chgData name="yara elmekky" userId="df6e18b89ad5e1bc" providerId="LiveId" clId="{62C04A3D-D3F1-4228-A833-5005F1202B26}" dt="2026-03-29T14:29:45.230" v="253" actId="478"/>
          <ac:graphicFrameMkLst>
            <pc:docMk/>
            <pc:sldMk cId="130602908" sldId="326"/>
            <ac:graphicFrameMk id="2" creationId="{17CAD0D5-B2C0-37EA-DAD1-4D077CADC3C9}"/>
          </ac:graphicFrameMkLst>
        </pc:graphicFrameChg>
        <pc:graphicFrameChg chg="add del mod modGraphic">
          <ac:chgData name="yara elmekky" userId="df6e18b89ad5e1bc" providerId="LiveId" clId="{62C04A3D-D3F1-4228-A833-5005F1202B26}" dt="2026-03-29T14:29:42.786" v="252" actId="478"/>
          <ac:graphicFrameMkLst>
            <pc:docMk/>
            <pc:sldMk cId="130602908" sldId="326"/>
            <ac:graphicFrameMk id="3" creationId="{0E549AC4-A857-7722-B400-C5279AF12005}"/>
          </ac:graphicFrameMkLst>
        </pc:graphicFrameChg>
      </pc:sldChg>
      <pc:sldChg chg="addSp delSp modSp mod">
        <pc:chgData name="yara elmekky" userId="df6e18b89ad5e1bc" providerId="LiveId" clId="{62C04A3D-D3F1-4228-A833-5005F1202B26}" dt="2026-03-29T13:58:20.885" v="237" actId="1076"/>
        <pc:sldMkLst>
          <pc:docMk/>
          <pc:sldMk cId="1038515629" sldId="327"/>
        </pc:sldMkLst>
        <pc:spChg chg="add mod">
          <ac:chgData name="yara elmekky" userId="df6e18b89ad5e1bc" providerId="LiveId" clId="{62C04A3D-D3F1-4228-A833-5005F1202B26}" dt="2026-03-29T13:58:20.885" v="237" actId="1076"/>
          <ac:spMkLst>
            <pc:docMk/>
            <pc:sldMk cId="1038515629" sldId="327"/>
            <ac:spMk id="3" creationId="{242057FE-BCA0-E55F-86C0-EA95F10E63FB}"/>
          </ac:spMkLst>
        </pc:spChg>
      </pc:sldChg>
      <pc:sldChg chg="delSp mod">
        <pc:chgData name="yara elmekky" userId="df6e18b89ad5e1bc" providerId="LiveId" clId="{62C04A3D-D3F1-4228-A833-5005F1202B26}" dt="2026-03-27T20:21:38.310" v="17" actId="478"/>
        <pc:sldMkLst>
          <pc:docMk/>
          <pc:sldMk cId="2481874" sldId="328"/>
        </pc:sldMkLst>
      </pc:sldChg>
      <pc:sldChg chg="delSp mod">
        <pc:chgData name="yara elmekky" userId="df6e18b89ad5e1bc" providerId="LiveId" clId="{62C04A3D-D3F1-4228-A833-5005F1202B26}" dt="2026-03-27T20:21:59.141" v="22" actId="478"/>
        <pc:sldMkLst>
          <pc:docMk/>
          <pc:sldMk cId="3023147696" sldId="329"/>
        </pc:sldMkLst>
      </pc:sldChg>
      <pc:sldChg chg="delSp mod">
        <pc:chgData name="yara elmekky" userId="df6e18b89ad5e1bc" providerId="LiveId" clId="{62C04A3D-D3F1-4228-A833-5005F1202B26}" dt="2026-03-27T20:22:08.791" v="27" actId="478"/>
        <pc:sldMkLst>
          <pc:docMk/>
          <pc:sldMk cId="244167683" sldId="330"/>
        </pc:sldMkLst>
      </pc:sldChg>
      <pc:sldChg chg="delSp modSp mod">
        <pc:chgData name="yara elmekky" userId="df6e18b89ad5e1bc" providerId="LiveId" clId="{62C04A3D-D3F1-4228-A833-5005F1202B26}" dt="2026-03-29T16:20:24.255" v="499" actId="207"/>
        <pc:sldMkLst>
          <pc:docMk/>
          <pc:sldMk cId="2298529509" sldId="331"/>
        </pc:sldMkLst>
        <pc:spChg chg="mod">
          <ac:chgData name="yara elmekky" userId="df6e18b89ad5e1bc" providerId="LiveId" clId="{62C04A3D-D3F1-4228-A833-5005F1202B26}" dt="2026-03-29T16:20:24.255" v="499" actId="207"/>
          <ac:spMkLst>
            <pc:docMk/>
            <pc:sldMk cId="2298529509" sldId="331"/>
            <ac:spMk id="11" creationId="{897471DF-517C-FB5C-B161-4B54EA6B7C96}"/>
          </ac:spMkLst>
        </pc:spChg>
      </pc:sldChg>
      <pc:sldChg chg="addSp delSp modSp mod">
        <pc:chgData name="yara elmekky" userId="df6e18b89ad5e1bc" providerId="LiveId" clId="{62C04A3D-D3F1-4228-A833-5005F1202B26}" dt="2026-03-29T16:39:22.293" v="571" actId="208"/>
        <pc:sldMkLst>
          <pc:docMk/>
          <pc:sldMk cId="2682818581" sldId="332"/>
        </pc:sldMkLst>
        <pc:spChg chg="add mod">
          <ac:chgData name="yara elmekky" userId="df6e18b89ad5e1bc" providerId="LiveId" clId="{62C04A3D-D3F1-4228-A833-5005F1202B26}" dt="2026-03-29T16:39:12.469" v="568" actId="208"/>
          <ac:spMkLst>
            <pc:docMk/>
            <pc:sldMk cId="2682818581" sldId="332"/>
            <ac:spMk id="2" creationId="{CDA2A509-0319-3814-7046-2D96BB8E1FA7}"/>
          </ac:spMkLst>
        </pc:spChg>
        <pc:spChg chg="add mod">
          <ac:chgData name="yara elmekky" userId="df6e18b89ad5e1bc" providerId="LiveId" clId="{62C04A3D-D3F1-4228-A833-5005F1202B26}" dt="2026-03-29T16:39:22.293" v="571" actId="208"/>
          <ac:spMkLst>
            <pc:docMk/>
            <pc:sldMk cId="2682818581" sldId="332"/>
            <ac:spMk id="3" creationId="{289782CB-7531-0C3A-B221-DD0AFDA3EBB7}"/>
          </ac:spMkLst>
        </pc:spChg>
        <pc:spChg chg="mod">
          <ac:chgData name="yara elmekky" userId="df6e18b89ad5e1bc" providerId="LiveId" clId="{62C04A3D-D3F1-4228-A833-5005F1202B26}" dt="2026-03-29T16:38:29.821" v="564" actId="20577"/>
          <ac:spMkLst>
            <pc:docMk/>
            <pc:sldMk cId="2682818581" sldId="332"/>
            <ac:spMk id="11" creationId="{897471DF-517C-FB5C-B161-4B54EA6B7C96}"/>
          </ac:spMkLst>
        </pc:spChg>
      </pc:sldChg>
      <pc:sldChg chg="delSp modSp mod">
        <pc:chgData name="yara elmekky" userId="df6e18b89ad5e1bc" providerId="LiveId" clId="{62C04A3D-D3F1-4228-A833-5005F1202B26}" dt="2026-03-29T16:40:43.965" v="580" actId="1076"/>
        <pc:sldMkLst>
          <pc:docMk/>
          <pc:sldMk cId="4233452841" sldId="333"/>
        </pc:sldMkLst>
        <pc:spChg chg="mod">
          <ac:chgData name="yara elmekky" userId="df6e18b89ad5e1bc" providerId="LiveId" clId="{62C04A3D-D3F1-4228-A833-5005F1202B26}" dt="2026-03-29T16:40:43.965" v="580" actId="1076"/>
          <ac:spMkLst>
            <pc:docMk/>
            <pc:sldMk cId="4233452841" sldId="333"/>
            <ac:spMk id="11" creationId="{897471DF-517C-FB5C-B161-4B54EA6B7C96}"/>
          </ac:spMkLst>
        </pc:spChg>
      </pc:sldChg>
      <pc:sldChg chg="addSp delSp modSp mod">
        <pc:chgData name="yara elmekky" userId="df6e18b89ad5e1bc" providerId="LiveId" clId="{62C04A3D-D3F1-4228-A833-5005F1202B26}" dt="2026-03-27T20:25:39.751" v="33" actId="478"/>
        <pc:sldMkLst>
          <pc:docMk/>
          <pc:sldMk cId="663732207" sldId="334"/>
        </pc:sldMkLst>
      </pc:sldChg>
      <pc:sldChg chg="addSp delSp modSp mod">
        <pc:chgData name="yara elmekky" userId="df6e18b89ad5e1bc" providerId="LiveId" clId="{62C04A3D-D3F1-4228-A833-5005F1202B26}" dt="2026-03-27T20:26:25.703" v="61" actId="478"/>
        <pc:sldMkLst>
          <pc:docMk/>
          <pc:sldMk cId="54963132" sldId="335"/>
        </pc:sldMkLst>
      </pc:sldChg>
      <pc:sldChg chg="addSp delSp modSp mod">
        <pc:chgData name="yara elmekky" userId="df6e18b89ad5e1bc" providerId="LiveId" clId="{62C04A3D-D3F1-4228-A833-5005F1202B26}" dt="2026-03-27T20:26:23.016" v="59" actId="478"/>
        <pc:sldMkLst>
          <pc:docMk/>
          <pc:sldMk cId="1887203184" sldId="336"/>
        </pc:sldMkLst>
      </pc:sldChg>
      <pc:sldChg chg="addSp delSp modSp mod">
        <pc:chgData name="yara elmekky" userId="df6e18b89ad5e1bc" providerId="LiveId" clId="{62C04A3D-D3F1-4228-A833-5005F1202B26}" dt="2026-03-27T20:26:24.643" v="60" actId="478"/>
        <pc:sldMkLst>
          <pc:docMk/>
          <pc:sldMk cId="4272416140" sldId="337"/>
        </pc:sldMkLst>
      </pc:sldChg>
      <pc:sldChg chg="addSp delSp modSp mod">
        <pc:chgData name="yara elmekky" userId="df6e18b89ad5e1bc" providerId="LiveId" clId="{62C04A3D-D3F1-4228-A833-5005F1202B26}" dt="2026-03-27T20:26:21.490" v="58" actId="478"/>
        <pc:sldMkLst>
          <pc:docMk/>
          <pc:sldMk cId="887062207" sldId="338"/>
        </pc:sldMkLst>
      </pc:sldChg>
      <pc:sldChg chg="addSp delSp modSp mod">
        <pc:chgData name="yara elmekky" userId="df6e18b89ad5e1bc" providerId="LiveId" clId="{62C04A3D-D3F1-4228-A833-5005F1202B26}" dt="2026-03-27T20:26:19.265" v="57" actId="478"/>
        <pc:sldMkLst>
          <pc:docMk/>
          <pc:sldMk cId="535376555" sldId="339"/>
        </pc:sldMkLst>
      </pc:sldChg>
      <pc:sldChg chg="addSp delSp modSp mod">
        <pc:chgData name="yara elmekky" userId="df6e18b89ad5e1bc" providerId="LiveId" clId="{62C04A3D-D3F1-4228-A833-5005F1202B26}" dt="2026-03-27T20:26:18.056" v="56" actId="478"/>
        <pc:sldMkLst>
          <pc:docMk/>
          <pc:sldMk cId="2446821654" sldId="340"/>
        </pc:sldMkLst>
      </pc:sldChg>
      <pc:sldChg chg="addSp delSp modSp mod">
        <pc:chgData name="yara elmekky" userId="df6e18b89ad5e1bc" providerId="LiveId" clId="{62C04A3D-D3F1-4228-A833-5005F1202B26}" dt="2026-03-27T20:26:16.793" v="55" actId="478"/>
        <pc:sldMkLst>
          <pc:docMk/>
          <pc:sldMk cId="110593778" sldId="341"/>
        </pc:sldMkLst>
      </pc:sldChg>
      <pc:sldChg chg="addSp delSp modSp mod">
        <pc:chgData name="yara elmekky" userId="df6e18b89ad5e1bc" providerId="LiveId" clId="{62C04A3D-D3F1-4228-A833-5005F1202B26}" dt="2026-03-27T20:26:15.668" v="54" actId="478"/>
        <pc:sldMkLst>
          <pc:docMk/>
          <pc:sldMk cId="1507479787" sldId="342"/>
        </pc:sldMkLst>
      </pc:sldChg>
      <pc:sldChg chg="addSp delSp modSp mod">
        <pc:chgData name="yara elmekky" userId="df6e18b89ad5e1bc" providerId="LiveId" clId="{62C04A3D-D3F1-4228-A833-5005F1202B26}" dt="2026-03-27T20:26:14.516" v="53" actId="478"/>
        <pc:sldMkLst>
          <pc:docMk/>
          <pc:sldMk cId="1441887628" sldId="343"/>
        </pc:sldMkLst>
      </pc:sldChg>
      <pc:sldChg chg="addSp delSp modSp mod">
        <pc:chgData name="yara elmekky" userId="df6e18b89ad5e1bc" providerId="LiveId" clId="{62C04A3D-D3F1-4228-A833-5005F1202B26}" dt="2026-03-27T20:26:13.359" v="52" actId="478"/>
        <pc:sldMkLst>
          <pc:docMk/>
          <pc:sldMk cId="2504080623" sldId="344"/>
        </pc:sldMkLst>
      </pc:sldChg>
      <pc:sldChg chg="addSp delSp modSp mod">
        <pc:chgData name="yara elmekky" userId="df6e18b89ad5e1bc" providerId="LiveId" clId="{62C04A3D-D3F1-4228-A833-5005F1202B26}" dt="2026-03-27T20:26:11.989" v="51" actId="478"/>
        <pc:sldMkLst>
          <pc:docMk/>
          <pc:sldMk cId="693104446" sldId="345"/>
        </pc:sldMkLst>
      </pc:sldChg>
      <pc:sldChg chg="addSp delSp modSp mod">
        <pc:chgData name="yara elmekky" userId="df6e18b89ad5e1bc" providerId="LiveId" clId="{62C04A3D-D3F1-4228-A833-5005F1202B26}" dt="2026-03-27T20:26:10.819" v="50" actId="478"/>
        <pc:sldMkLst>
          <pc:docMk/>
          <pc:sldMk cId="2886732256" sldId="346"/>
        </pc:sldMkLst>
      </pc:sldChg>
      <pc:sldChg chg="addSp delSp modSp mod">
        <pc:chgData name="yara elmekky" userId="df6e18b89ad5e1bc" providerId="LiveId" clId="{62C04A3D-D3F1-4228-A833-5005F1202B26}" dt="2026-03-27T20:26:09.531" v="49" actId="478"/>
        <pc:sldMkLst>
          <pc:docMk/>
          <pc:sldMk cId="3227070494" sldId="347"/>
        </pc:sldMkLst>
      </pc:sldChg>
      <pc:sldChg chg="addSp delSp modSp mod">
        <pc:chgData name="yara elmekky" userId="df6e18b89ad5e1bc" providerId="LiveId" clId="{62C04A3D-D3F1-4228-A833-5005F1202B26}" dt="2026-03-27T20:26:08.356" v="48" actId="478"/>
        <pc:sldMkLst>
          <pc:docMk/>
          <pc:sldMk cId="3104705912" sldId="349"/>
        </pc:sldMkLst>
      </pc:sldChg>
      <pc:sldChg chg="delSp mod">
        <pc:chgData name="yara elmekky" userId="df6e18b89ad5e1bc" providerId="LiveId" clId="{62C04A3D-D3F1-4228-A833-5005F1202B26}" dt="2026-03-27T20:26:36.535" v="62" actId="478"/>
        <pc:sldMkLst>
          <pc:docMk/>
          <pc:sldMk cId="111844046" sldId="350"/>
        </pc:sldMkLst>
      </pc:sldChg>
      <pc:sldChg chg="delSp mod">
        <pc:chgData name="yara elmekky" userId="df6e18b89ad5e1bc" providerId="LiveId" clId="{62C04A3D-D3F1-4228-A833-5005F1202B26}" dt="2026-03-27T20:26:37.646" v="63" actId="478"/>
        <pc:sldMkLst>
          <pc:docMk/>
          <pc:sldMk cId="3485943270" sldId="351"/>
        </pc:sldMkLst>
      </pc:sldChg>
      <pc:sldChg chg="delSp mod">
        <pc:chgData name="yara elmekky" userId="df6e18b89ad5e1bc" providerId="LiveId" clId="{62C04A3D-D3F1-4228-A833-5005F1202B26}" dt="2026-03-27T20:26:42.661" v="67" actId="478"/>
        <pc:sldMkLst>
          <pc:docMk/>
          <pc:sldMk cId="295032092" sldId="352"/>
        </pc:sldMkLst>
      </pc:sldChg>
      <pc:sldChg chg="delSp mod">
        <pc:chgData name="yara elmekky" userId="df6e18b89ad5e1bc" providerId="LiveId" clId="{62C04A3D-D3F1-4228-A833-5005F1202B26}" dt="2026-03-27T20:26:40.352" v="65" actId="478"/>
        <pc:sldMkLst>
          <pc:docMk/>
          <pc:sldMk cId="2302508782" sldId="353"/>
        </pc:sldMkLst>
      </pc:sldChg>
      <pc:sldChg chg="delSp mod">
        <pc:chgData name="yara elmekky" userId="df6e18b89ad5e1bc" providerId="LiveId" clId="{62C04A3D-D3F1-4228-A833-5005F1202B26}" dt="2026-03-27T20:26:41.548" v="66" actId="478"/>
        <pc:sldMkLst>
          <pc:docMk/>
          <pc:sldMk cId="1010715562" sldId="354"/>
        </pc:sldMkLst>
      </pc:sldChg>
      <pc:sldChg chg="delSp mod">
        <pc:chgData name="yara elmekky" userId="df6e18b89ad5e1bc" providerId="LiveId" clId="{62C04A3D-D3F1-4228-A833-5005F1202B26}" dt="2026-03-27T20:26:39.072" v="64" actId="478"/>
        <pc:sldMkLst>
          <pc:docMk/>
          <pc:sldMk cId="3803051471" sldId="355"/>
        </pc:sldMkLst>
      </pc:sldChg>
      <pc:sldChg chg="delSp mod">
        <pc:chgData name="yara elmekky" userId="df6e18b89ad5e1bc" providerId="LiveId" clId="{62C04A3D-D3F1-4228-A833-5005F1202B26}" dt="2026-03-27T20:26:43.719" v="68" actId="478"/>
        <pc:sldMkLst>
          <pc:docMk/>
          <pc:sldMk cId="3960955540" sldId="356"/>
        </pc:sldMkLst>
      </pc:sldChg>
      <pc:sldChg chg="delSp mod">
        <pc:chgData name="yara elmekky" userId="df6e18b89ad5e1bc" providerId="LiveId" clId="{62C04A3D-D3F1-4228-A833-5005F1202B26}" dt="2026-03-27T20:26:44.811" v="69" actId="478"/>
        <pc:sldMkLst>
          <pc:docMk/>
          <pc:sldMk cId="2359130247" sldId="357"/>
        </pc:sldMkLst>
      </pc:sldChg>
      <pc:sldChg chg="delSp mod">
        <pc:chgData name="yara elmekky" userId="df6e18b89ad5e1bc" providerId="LiveId" clId="{62C04A3D-D3F1-4228-A833-5005F1202B26}" dt="2026-03-27T20:26:45.835" v="70" actId="478"/>
        <pc:sldMkLst>
          <pc:docMk/>
          <pc:sldMk cId="3841658803" sldId="358"/>
        </pc:sldMkLst>
      </pc:sldChg>
      <pc:sldChg chg="delSp mod">
        <pc:chgData name="yara elmekky" userId="df6e18b89ad5e1bc" providerId="LiveId" clId="{62C04A3D-D3F1-4228-A833-5005F1202B26}" dt="2026-03-27T20:26:46.919" v="71" actId="478"/>
        <pc:sldMkLst>
          <pc:docMk/>
          <pc:sldMk cId="4238070779" sldId="359"/>
        </pc:sldMkLst>
      </pc:sldChg>
      <pc:sldChg chg="delSp mod">
        <pc:chgData name="yara elmekky" userId="df6e18b89ad5e1bc" providerId="LiveId" clId="{62C04A3D-D3F1-4228-A833-5005F1202B26}" dt="2026-03-27T20:26:48.154" v="72" actId="478"/>
        <pc:sldMkLst>
          <pc:docMk/>
          <pc:sldMk cId="3336320419" sldId="360"/>
        </pc:sldMkLst>
      </pc:sldChg>
      <pc:sldChg chg="delSp mod">
        <pc:chgData name="yara elmekky" userId="df6e18b89ad5e1bc" providerId="LiveId" clId="{62C04A3D-D3F1-4228-A833-5005F1202B26}" dt="2026-03-27T20:26:49.542" v="73" actId="478"/>
        <pc:sldMkLst>
          <pc:docMk/>
          <pc:sldMk cId="2690839428" sldId="361"/>
        </pc:sldMkLst>
      </pc:sldChg>
      <pc:sldChg chg="delSp mod">
        <pc:chgData name="yara elmekky" userId="df6e18b89ad5e1bc" providerId="LiveId" clId="{62C04A3D-D3F1-4228-A833-5005F1202B26}" dt="2026-03-27T20:26:53.253" v="76" actId="478"/>
        <pc:sldMkLst>
          <pc:docMk/>
          <pc:sldMk cId="2467186667" sldId="362"/>
        </pc:sldMkLst>
      </pc:sldChg>
      <pc:sldChg chg="delSp mod">
        <pc:chgData name="yara elmekky" userId="df6e18b89ad5e1bc" providerId="LiveId" clId="{62C04A3D-D3F1-4228-A833-5005F1202B26}" dt="2026-03-27T20:26:54.396" v="77" actId="478"/>
        <pc:sldMkLst>
          <pc:docMk/>
          <pc:sldMk cId="3545432226" sldId="363"/>
        </pc:sldMkLst>
      </pc:sldChg>
      <pc:sldChg chg="delSp mod">
        <pc:chgData name="yara elmekky" userId="df6e18b89ad5e1bc" providerId="LiveId" clId="{62C04A3D-D3F1-4228-A833-5005F1202B26}" dt="2026-03-27T20:26:50.734" v="74" actId="478"/>
        <pc:sldMkLst>
          <pc:docMk/>
          <pc:sldMk cId="1564905687" sldId="365"/>
        </pc:sldMkLst>
      </pc:sldChg>
      <pc:sldChg chg="delSp mod">
        <pc:chgData name="yara elmekky" userId="df6e18b89ad5e1bc" providerId="LiveId" clId="{62C04A3D-D3F1-4228-A833-5005F1202B26}" dt="2026-03-27T20:26:51.978" v="75" actId="478"/>
        <pc:sldMkLst>
          <pc:docMk/>
          <pc:sldMk cId="695957294" sldId="366"/>
        </pc:sldMkLst>
      </pc:sldChg>
      <pc:sldChg chg="modSp add mod ord">
        <pc:chgData name="yara elmekky" userId="df6e18b89ad5e1bc" providerId="LiveId" clId="{62C04A3D-D3F1-4228-A833-5005F1202B26}" dt="2026-03-27T20:21:05.734" v="15" actId="20577"/>
        <pc:sldMkLst>
          <pc:docMk/>
          <pc:sldMk cId="4202218565" sldId="368"/>
        </pc:sldMkLst>
        <pc:spChg chg="mod">
          <ac:chgData name="yara elmekky" userId="df6e18b89ad5e1bc" providerId="LiveId" clId="{62C04A3D-D3F1-4228-A833-5005F1202B26}" dt="2026-03-27T20:21:05.734" v="15" actId="20577"/>
          <ac:spMkLst>
            <pc:docMk/>
            <pc:sldMk cId="4202218565" sldId="368"/>
            <ac:spMk id="2" creationId="{A7580BC8-5CEA-085A-1903-C3871077EEA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72D640-FB32-4ACE-9D14-3899E16D65D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AEB84E-A7A1-4E4E-9DCC-EB95938539E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Machine Dependent Assembler Features</a:t>
          </a:r>
        </a:p>
      </dgm:t>
    </dgm:pt>
    <dgm:pt modelId="{363E36E0-2C68-43B3-9C93-505D80541F05}" type="parTrans" cxnId="{73B18686-494E-4B6F-91F1-43D84B7C456C}">
      <dgm:prSet/>
      <dgm:spPr/>
      <dgm:t>
        <a:bodyPr/>
        <a:lstStyle/>
        <a:p>
          <a:endParaRPr lang="en-US"/>
        </a:p>
      </dgm:t>
    </dgm:pt>
    <dgm:pt modelId="{51CFC4C0-11E7-451D-9F6A-66E455C30C71}" type="sibTrans" cxnId="{73B18686-494E-4B6F-91F1-43D84B7C456C}">
      <dgm:prSet/>
      <dgm:spPr/>
      <dgm:t>
        <a:bodyPr/>
        <a:lstStyle/>
        <a:p>
          <a:endParaRPr lang="en-US"/>
        </a:p>
      </dgm:t>
    </dgm:pt>
    <dgm:pt modelId="{7B0150AA-5D2C-44D8-9D9B-76BA6B24AF25}">
      <dgm:prSet custT="1"/>
      <dgm:spPr/>
      <dgm:t>
        <a:bodyPr/>
        <a:lstStyle/>
        <a:p>
          <a:pPr rtl="0">
            <a:lnSpc>
              <a:spcPct val="100000"/>
            </a:lnSpc>
            <a:buFont typeface="Arial" panose="020B0604020202020204" pitchFamily="34" charset="0"/>
            <a:buNone/>
          </a:pPr>
          <a:r>
            <a:rPr lang="en-US" sz="2000" dirty="0"/>
            <a:t>1) Instruction formats and addressing modes (SIC/XE)</a:t>
          </a:r>
        </a:p>
      </dgm:t>
    </dgm:pt>
    <dgm:pt modelId="{37E567B1-77E0-4074-8849-039CCEC863F4}" type="parTrans" cxnId="{523D9604-DE20-4D5B-BFAC-EE988E3510AA}">
      <dgm:prSet/>
      <dgm:spPr/>
      <dgm:t>
        <a:bodyPr/>
        <a:lstStyle/>
        <a:p>
          <a:endParaRPr lang="en-US"/>
        </a:p>
      </dgm:t>
    </dgm:pt>
    <dgm:pt modelId="{A83BC9B9-AEA9-477A-A003-72BAF1864E1C}" type="sibTrans" cxnId="{523D9604-DE20-4D5B-BFAC-EE988E3510AA}">
      <dgm:prSet/>
      <dgm:spPr/>
      <dgm:t>
        <a:bodyPr/>
        <a:lstStyle/>
        <a:p>
          <a:endParaRPr lang="en-US"/>
        </a:p>
      </dgm:t>
    </dgm:pt>
    <dgm:pt modelId="{790AF803-2B68-47E4-ADC1-ECFBAC961F02}">
      <dgm:prSet custT="1"/>
      <dgm:spPr/>
      <dgm:t>
        <a:bodyPr/>
        <a:lstStyle/>
        <a:p>
          <a:pPr rtl="0">
            <a:lnSpc>
              <a:spcPct val="100000"/>
            </a:lnSpc>
            <a:buFont typeface="Arial" panose="020B0604020202020204" pitchFamily="34" charset="0"/>
            <a:buNone/>
          </a:pPr>
          <a:r>
            <a:rPr lang="en-US" sz="2000" dirty="0"/>
            <a:t>2)Program relocation</a:t>
          </a:r>
        </a:p>
      </dgm:t>
    </dgm:pt>
    <dgm:pt modelId="{B93F34AF-67BA-42B0-8CA1-78FFD91BEFA2}" type="parTrans" cxnId="{CD6DF64F-1228-4385-B77E-0CD4A5F900C7}">
      <dgm:prSet/>
      <dgm:spPr/>
      <dgm:t>
        <a:bodyPr/>
        <a:lstStyle/>
        <a:p>
          <a:endParaRPr lang="en-US"/>
        </a:p>
      </dgm:t>
    </dgm:pt>
    <dgm:pt modelId="{28DE5E99-26E7-4F78-B873-41A2DE31A27E}" type="sibTrans" cxnId="{CD6DF64F-1228-4385-B77E-0CD4A5F900C7}">
      <dgm:prSet/>
      <dgm:spPr/>
      <dgm:t>
        <a:bodyPr/>
        <a:lstStyle/>
        <a:p>
          <a:endParaRPr lang="en-US"/>
        </a:p>
      </dgm:t>
    </dgm:pt>
    <dgm:pt modelId="{5755CAD1-1BB1-4261-976A-0F0754490B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Machine Independent Assembler Features</a:t>
          </a:r>
        </a:p>
      </dgm:t>
    </dgm:pt>
    <dgm:pt modelId="{C90CB810-386A-4310-9C79-B2949FF763F2}" type="parTrans" cxnId="{CD6564BE-0FD1-4C2B-A2DD-18000D8C8DD5}">
      <dgm:prSet/>
      <dgm:spPr/>
      <dgm:t>
        <a:bodyPr/>
        <a:lstStyle/>
        <a:p>
          <a:endParaRPr lang="en-US"/>
        </a:p>
      </dgm:t>
    </dgm:pt>
    <dgm:pt modelId="{EF159C8C-265D-48B3-BC64-2F523ABF7803}" type="sibTrans" cxnId="{CD6564BE-0FD1-4C2B-A2DD-18000D8C8DD5}">
      <dgm:prSet/>
      <dgm:spPr/>
      <dgm:t>
        <a:bodyPr/>
        <a:lstStyle/>
        <a:p>
          <a:endParaRPr lang="en-US"/>
        </a:p>
      </dgm:t>
    </dgm:pt>
    <dgm:pt modelId="{908326BB-D150-41A3-8278-33C0E5BEE486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US" sz="2000" b="0" i="0" dirty="0"/>
            <a:t>1) Literals</a:t>
          </a:r>
        </a:p>
      </dgm:t>
    </dgm:pt>
    <dgm:pt modelId="{4D0805CB-B49F-4D24-A4DD-D3B467724C3F}" type="parTrans" cxnId="{AD3767B5-7CE2-418A-888D-73256F7F8335}">
      <dgm:prSet/>
      <dgm:spPr/>
      <dgm:t>
        <a:bodyPr/>
        <a:lstStyle/>
        <a:p>
          <a:endParaRPr lang="en-US"/>
        </a:p>
      </dgm:t>
    </dgm:pt>
    <dgm:pt modelId="{07974DB2-E80B-4BBC-8649-9DB1351F1491}" type="sibTrans" cxnId="{AD3767B5-7CE2-418A-888D-73256F7F8335}">
      <dgm:prSet/>
      <dgm:spPr/>
      <dgm:t>
        <a:bodyPr/>
        <a:lstStyle/>
        <a:p>
          <a:endParaRPr lang="en-US"/>
        </a:p>
      </dgm:t>
    </dgm:pt>
    <dgm:pt modelId="{6A0883DB-892D-4651-AD05-E2AB011091BD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US" sz="2000" b="0" i="0" dirty="0"/>
            <a:t>2) Symbol-defining statements</a:t>
          </a:r>
        </a:p>
      </dgm:t>
    </dgm:pt>
    <dgm:pt modelId="{A30EF84D-2EFF-4AEF-8840-1A4FD823C5FE}" type="parTrans" cxnId="{A5C714A3-490C-4779-BD98-C160C4F570B1}">
      <dgm:prSet/>
      <dgm:spPr/>
      <dgm:t>
        <a:bodyPr/>
        <a:lstStyle/>
        <a:p>
          <a:endParaRPr lang="en-US"/>
        </a:p>
      </dgm:t>
    </dgm:pt>
    <dgm:pt modelId="{51DB166E-559D-43CD-AAA3-36073C343F06}" type="sibTrans" cxnId="{A5C714A3-490C-4779-BD98-C160C4F570B1}">
      <dgm:prSet/>
      <dgm:spPr/>
      <dgm:t>
        <a:bodyPr/>
        <a:lstStyle/>
        <a:p>
          <a:endParaRPr lang="en-US"/>
        </a:p>
      </dgm:t>
    </dgm:pt>
    <dgm:pt modelId="{38B409FA-1C7E-4BF2-A3F1-DD449C731FAF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US" sz="2000" b="0" i="0" dirty="0"/>
            <a:t>3) Expressions</a:t>
          </a:r>
        </a:p>
      </dgm:t>
    </dgm:pt>
    <dgm:pt modelId="{E12AFC9B-4814-4BE4-B22C-701748366C84}" type="parTrans" cxnId="{29A4B3FD-1F73-49AC-9D9C-81C67ABC7DAA}">
      <dgm:prSet/>
      <dgm:spPr/>
      <dgm:t>
        <a:bodyPr/>
        <a:lstStyle/>
        <a:p>
          <a:endParaRPr lang="en-US"/>
        </a:p>
      </dgm:t>
    </dgm:pt>
    <dgm:pt modelId="{76CDCA2E-A207-4422-ADAC-2A3BC83F134A}" type="sibTrans" cxnId="{29A4B3FD-1F73-49AC-9D9C-81C67ABC7DAA}">
      <dgm:prSet/>
      <dgm:spPr/>
      <dgm:t>
        <a:bodyPr/>
        <a:lstStyle/>
        <a:p>
          <a:endParaRPr lang="en-US"/>
        </a:p>
      </dgm:t>
    </dgm:pt>
    <dgm:pt modelId="{E6A6F221-C34B-4D59-A847-75D0566F5C12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US" sz="2000" b="0" i="0" dirty="0"/>
            <a:t>4) Program blocks</a:t>
          </a:r>
        </a:p>
      </dgm:t>
    </dgm:pt>
    <dgm:pt modelId="{28F9A090-95F6-4CB7-94A0-B201E56387E0}" type="parTrans" cxnId="{B2C20C40-522A-4862-9CD2-2B21AD57D381}">
      <dgm:prSet/>
      <dgm:spPr/>
      <dgm:t>
        <a:bodyPr/>
        <a:lstStyle/>
        <a:p>
          <a:endParaRPr lang="en-US"/>
        </a:p>
      </dgm:t>
    </dgm:pt>
    <dgm:pt modelId="{F5D06B48-809A-4069-BF47-9DA427D655FE}" type="sibTrans" cxnId="{B2C20C40-522A-4862-9CD2-2B21AD57D381}">
      <dgm:prSet/>
      <dgm:spPr/>
      <dgm:t>
        <a:bodyPr/>
        <a:lstStyle/>
        <a:p>
          <a:endParaRPr lang="en-US"/>
        </a:p>
      </dgm:t>
    </dgm:pt>
    <dgm:pt modelId="{F8065B9A-A61C-45D8-B389-7C373EF2B899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US" sz="2000" b="0" i="0" dirty="0"/>
            <a:t>5) Control sections and program linking</a:t>
          </a:r>
        </a:p>
      </dgm:t>
    </dgm:pt>
    <dgm:pt modelId="{A56F2332-329F-409D-9F85-84345988B539}" type="parTrans" cxnId="{7FBD8F51-1462-44CF-AF11-31A4B8111F84}">
      <dgm:prSet/>
      <dgm:spPr/>
      <dgm:t>
        <a:bodyPr/>
        <a:lstStyle/>
        <a:p>
          <a:endParaRPr lang="en-US"/>
        </a:p>
      </dgm:t>
    </dgm:pt>
    <dgm:pt modelId="{1364E51E-0FEA-4FFC-B94A-E91544D6CBB7}" type="sibTrans" cxnId="{7FBD8F51-1462-44CF-AF11-31A4B8111F84}">
      <dgm:prSet/>
      <dgm:spPr/>
      <dgm:t>
        <a:bodyPr/>
        <a:lstStyle/>
        <a:p>
          <a:endParaRPr lang="en-US"/>
        </a:p>
      </dgm:t>
    </dgm:pt>
    <dgm:pt modelId="{1A32507C-5978-4035-9726-BD5FBAA037CB}" type="pres">
      <dgm:prSet presAssocID="{E772D640-FB32-4ACE-9D14-3899E16D65DB}" presName="root" presStyleCnt="0">
        <dgm:presLayoutVars>
          <dgm:dir/>
          <dgm:resizeHandles val="exact"/>
        </dgm:presLayoutVars>
      </dgm:prSet>
      <dgm:spPr/>
    </dgm:pt>
    <dgm:pt modelId="{55739404-1DED-43D4-9BE3-9B456D6BE2F2}" type="pres">
      <dgm:prSet presAssocID="{45AEB84E-A7A1-4E4E-9DCC-EB95938539EC}" presName="compNode" presStyleCnt="0"/>
      <dgm:spPr/>
    </dgm:pt>
    <dgm:pt modelId="{82D045E2-5F65-4D8F-8591-579B8CBFF69C}" type="pres">
      <dgm:prSet presAssocID="{45AEB84E-A7A1-4E4E-9DCC-EB95938539EC}" presName="iconRect" presStyleLbl="node1" presStyleIdx="0" presStyleCnt="2" custScaleX="85208" custScaleY="79474" custLinFactNeighborX="89397" custLinFactNeighborY="591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B45D131-2FB8-415A-992F-7341B6841ECF}" type="pres">
      <dgm:prSet presAssocID="{45AEB84E-A7A1-4E4E-9DCC-EB95938539EC}" presName="iconSpace" presStyleCnt="0"/>
      <dgm:spPr/>
    </dgm:pt>
    <dgm:pt modelId="{EA028D72-9342-40F5-A5BD-F022BE69A27D}" type="pres">
      <dgm:prSet presAssocID="{45AEB84E-A7A1-4E4E-9DCC-EB95938539EC}" presName="parTx" presStyleLbl="revTx" presStyleIdx="0" presStyleCnt="4">
        <dgm:presLayoutVars>
          <dgm:chMax val="0"/>
          <dgm:chPref val="0"/>
        </dgm:presLayoutVars>
      </dgm:prSet>
      <dgm:spPr/>
    </dgm:pt>
    <dgm:pt modelId="{2D3F93C9-5101-43EA-AA44-C39BAEF314ED}" type="pres">
      <dgm:prSet presAssocID="{45AEB84E-A7A1-4E4E-9DCC-EB95938539EC}" presName="txSpace" presStyleCnt="0"/>
      <dgm:spPr/>
    </dgm:pt>
    <dgm:pt modelId="{27BC850C-3643-4CC6-839D-4BB1F990D923}" type="pres">
      <dgm:prSet presAssocID="{45AEB84E-A7A1-4E4E-9DCC-EB95938539EC}" presName="desTx" presStyleLbl="revTx" presStyleIdx="1" presStyleCnt="4">
        <dgm:presLayoutVars/>
      </dgm:prSet>
      <dgm:spPr/>
    </dgm:pt>
    <dgm:pt modelId="{E8764447-2ABE-4DE0-84DD-4566D975B2B5}" type="pres">
      <dgm:prSet presAssocID="{51CFC4C0-11E7-451D-9F6A-66E455C30C71}" presName="sibTrans" presStyleCnt="0"/>
      <dgm:spPr/>
    </dgm:pt>
    <dgm:pt modelId="{FFF9EE6E-18E8-4507-BFED-1971D2EB40D8}" type="pres">
      <dgm:prSet presAssocID="{5755CAD1-1BB1-4261-976A-0F0754490BEA}" presName="compNode" presStyleCnt="0"/>
      <dgm:spPr/>
    </dgm:pt>
    <dgm:pt modelId="{031A9A6F-7933-4D07-B5ED-AFF1D9A27521}" type="pres">
      <dgm:prSet presAssocID="{5755CAD1-1BB1-4261-976A-0F0754490BEA}" presName="iconRect" presStyleLbl="node1" presStyleIdx="1" presStyleCnt="2" custScaleX="63593" custScaleY="63884" custLinFactX="43337" custLinFactNeighborX="100000" custLinFactNeighborY="882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07A9B41-C6EA-4021-BED8-D6B73E185FD3}" type="pres">
      <dgm:prSet presAssocID="{5755CAD1-1BB1-4261-976A-0F0754490BEA}" presName="iconSpace" presStyleCnt="0"/>
      <dgm:spPr/>
    </dgm:pt>
    <dgm:pt modelId="{66818691-1489-4B6B-A9C5-7D51DB613CC1}" type="pres">
      <dgm:prSet presAssocID="{5755CAD1-1BB1-4261-976A-0F0754490BEA}" presName="parTx" presStyleLbl="revTx" presStyleIdx="2" presStyleCnt="4" custScaleX="111775" custLinFactNeighborX="1645">
        <dgm:presLayoutVars>
          <dgm:chMax val="0"/>
          <dgm:chPref val="0"/>
        </dgm:presLayoutVars>
      </dgm:prSet>
      <dgm:spPr/>
    </dgm:pt>
    <dgm:pt modelId="{E4864D68-7CE3-4438-9A9B-67112F6C0333}" type="pres">
      <dgm:prSet presAssocID="{5755CAD1-1BB1-4261-976A-0F0754490BEA}" presName="txSpace" presStyleCnt="0"/>
      <dgm:spPr/>
    </dgm:pt>
    <dgm:pt modelId="{397B6F00-6194-4333-9B08-482DC98B4D17}" type="pres">
      <dgm:prSet presAssocID="{5755CAD1-1BB1-4261-976A-0F0754490BEA}" presName="desTx" presStyleLbl="revTx" presStyleIdx="3" presStyleCnt="4">
        <dgm:presLayoutVars/>
      </dgm:prSet>
      <dgm:spPr/>
    </dgm:pt>
  </dgm:ptLst>
  <dgm:cxnLst>
    <dgm:cxn modelId="{523D9604-DE20-4D5B-BFAC-EE988E3510AA}" srcId="{45AEB84E-A7A1-4E4E-9DCC-EB95938539EC}" destId="{7B0150AA-5D2C-44D8-9D9B-76BA6B24AF25}" srcOrd="0" destOrd="0" parTransId="{37E567B1-77E0-4074-8849-039CCEC863F4}" sibTransId="{A83BC9B9-AEA9-477A-A003-72BAF1864E1C}"/>
    <dgm:cxn modelId="{B2C20C40-522A-4862-9CD2-2B21AD57D381}" srcId="{5755CAD1-1BB1-4261-976A-0F0754490BEA}" destId="{E6A6F221-C34B-4D59-A847-75D0566F5C12}" srcOrd="3" destOrd="0" parTransId="{28F9A090-95F6-4CB7-94A0-B201E56387E0}" sibTransId="{F5D06B48-809A-4069-BF47-9DA427D655FE}"/>
    <dgm:cxn modelId="{86EAE66B-C253-4D82-BA6A-9831727C410F}" type="presOf" srcId="{45AEB84E-A7A1-4E4E-9DCC-EB95938539EC}" destId="{EA028D72-9342-40F5-A5BD-F022BE69A27D}" srcOrd="0" destOrd="0" presId="urn:microsoft.com/office/officeart/2018/2/layout/IconLabelDescriptionList"/>
    <dgm:cxn modelId="{CD6DF64F-1228-4385-B77E-0CD4A5F900C7}" srcId="{45AEB84E-A7A1-4E4E-9DCC-EB95938539EC}" destId="{790AF803-2B68-47E4-ADC1-ECFBAC961F02}" srcOrd="1" destOrd="0" parTransId="{B93F34AF-67BA-42B0-8CA1-78FFD91BEFA2}" sibTransId="{28DE5E99-26E7-4F78-B873-41A2DE31A27E}"/>
    <dgm:cxn modelId="{C3511371-2D86-439B-8E02-786C1340691E}" type="presOf" srcId="{790AF803-2B68-47E4-ADC1-ECFBAC961F02}" destId="{27BC850C-3643-4CC6-839D-4BB1F990D923}" srcOrd="0" destOrd="1" presId="urn:microsoft.com/office/officeart/2018/2/layout/IconLabelDescriptionList"/>
    <dgm:cxn modelId="{7FBD8F51-1462-44CF-AF11-31A4B8111F84}" srcId="{5755CAD1-1BB1-4261-976A-0F0754490BEA}" destId="{F8065B9A-A61C-45D8-B389-7C373EF2B899}" srcOrd="4" destOrd="0" parTransId="{A56F2332-329F-409D-9F85-84345988B539}" sibTransId="{1364E51E-0FEA-4FFC-B94A-E91544D6CBB7}"/>
    <dgm:cxn modelId="{F562EA59-5DBD-46B4-B9EC-373666D76EC6}" type="presOf" srcId="{5755CAD1-1BB1-4261-976A-0F0754490BEA}" destId="{66818691-1489-4B6B-A9C5-7D51DB613CC1}" srcOrd="0" destOrd="0" presId="urn:microsoft.com/office/officeart/2018/2/layout/IconLabelDescriptionList"/>
    <dgm:cxn modelId="{73B18686-494E-4B6F-91F1-43D84B7C456C}" srcId="{E772D640-FB32-4ACE-9D14-3899E16D65DB}" destId="{45AEB84E-A7A1-4E4E-9DCC-EB95938539EC}" srcOrd="0" destOrd="0" parTransId="{363E36E0-2C68-43B3-9C93-505D80541F05}" sibTransId="{51CFC4C0-11E7-451D-9F6A-66E455C30C71}"/>
    <dgm:cxn modelId="{A5C714A3-490C-4779-BD98-C160C4F570B1}" srcId="{5755CAD1-1BB1-4261-976A-0F0754490BEA}" destId="{6A0883DB-892D-4651-AD05-E2AB011091BD}" srcOrd="1" destOrd="0" parTransId="{A30EF84D-2EFF-4AEF-8840-1A4FD823C5FE}" sibTransId="{51DB166E-559D-43CD-AAA3-36073C343F06}"/>
    <dgm:cxn modelId="{889D43B1-FB54-4C94-8FB9-F13787631360}" type="presOf" srcId="{E6A6F221-C34B-4D59-A847-75D0566F5C12}" destId="{397B6F00-6194-4333-9B08-482DC98B4D17}" srcOrd="0" destOrd="3" presId="urn:microsoft.com/office/officeart/2018/2/layout/IconLabelDescriptionList"/>
    <dgm:cxn modelId="{AD3767B5-7CE2-418A-888D-73256F7F8335}" srcId="{5755CAD1-1BB1-4261-976A-0F0754490BEA}" destId="{908326BB-D150-41A3-8278-33C0E5BEE486}" srcOrd="0" destOrd="0" parTransId="{4D0805CB-B49F-4D24-A4DD-D3B467724C3F}" sibTransId="{07974DB2-E80B-4BBC-8649-9DB1351F1491}"/>
    <dgm:cxn modelId="{CD6564BE-0FD1-4C2B-A2DD-18000D8C8DD5}" srcId="{E772D640-FB32-4ACE-9D14-3899E16D65DB}" destId="{5755CAD1-1BB1-4261-976A-0F0754490BEA}" srcOrd="1" destOrd="0" parTransId="{C90CB810-386A-4310-9C79-B2949FF763F2}" sibTransId="{EF159C8C-265D-48B3-BC64-2F523ABF7803}"/>
    <dgm:cxn modelId="{284B4FD3-D2C5-446B-A923-7E513A867AD7}" type="presOf" srcId="{F8065B9A-A61C-45D8-B389-7C373EF2B899}" destId="{397B6F00-6194-4333-9B08-482DC98B4D17}" srcOrd="0" destOrd="4" presId="urn:microsoft.com/office/officeart/2018/2/layout/IconLabelDescriptionList"/>
    <dgm:cxn modelId="{8B6A59D4-01FB-4863-AB74-72DDB2816E95}" type="presOf" srcId="{38B409FA-1C7E-4BF2-A3F1-DD449C731FAF}" destId="{397B6F00-6194-4333-9B08-482DC98B4D17}" srcOrd="0" destOrd="2" presId="urn:microsoft.com/office/officeart/2018/2/layout/IconLabelDescriptionList"/>
    <dgm:cxn modelId="{F663EFD9-84D7-44AF-80EC-E02AABF88ED1}" type="presOf" srcId="{908326BB-D150-41A3-8278-33C0E5BEE486}" destId="{397B6F00-6194-4333-9B08-482DC98B4D17}" srcOrd="0" destOrd="0" presId="urn:microsoft.com/office/officeart/2018/2/layout/IconLabelDescriptionList"/>
    <dgm:cxn modelId="{3F123CE0-B05F-444B-9973-0128E20255C8}" type="presOf" srcId="{E772D640-FB32-4ACE-9D14-3899E16D65DB}" destId="{1A32507C-5978-4035-9726-BD5FBAA037CB}" srcOrd="0" destOrd="0" presId="urn:microsoft.com/office/officeart/2018/2/layout/IconLabelDescriptionList"/>
    <dgm:cxn modelId="{D76E49F4-58EF-4035-9971-5DF56F51C12B}" type="presOf" srcId="{7B0150AA-5D2C-44D8-9D9B-76BA6B24AF25}" destId="{27BC850C-3643-4CC6-839D-4BB1F990D923}" srcOrd="0" destOrd="0" presId="urn:microsoft.com/office/officeart/2018/2/layout/IconLabelDescriptionList"/>
    <dgm:cxn modelId="{29A4B3FD-1F73-49AC-9D9C-81C67ABC7DAA}" srcId="{5755CAD1-1BB1-4261-976A-0F0754490BEA}" destId="{38B409FA-1C7E-4BF2-A3F1-DD449C731FAF}" srcOrd="2" destOrd="0" parTransId="{E12AFC9B-4814-4BE4-B22C-701748366C84}" sibTransId="{76CDCA2E-A207-4422-ADAC-2A3BC83F134A}"/>
    <dgm:cxn modelId="{B8EC09FE-C5EE-4157-A4B9-20C60A50EF1A}" type="presOf" srcId="{6A0883DB-892D-4651-AD05-E2AB011091BD}" destId="{397B6F00-6194-4333-9B08-482DC98B4D17}" srcOrd="0" destOrd="1" presId="urn:microsoft.com/office/officeart/2018/2/layout/IconLabelDescriptionList"/>
    <dgm:cxn modelId="{A307E55E-9F24-4492-BC3F-35F757C99025}" type="presParOf" srcId="{1A32507C-5978-4035-9726-BD5FBAA037CB}" destId="{55739404-1DED-43D4-9BE3-9B456D6BE2F2}" srcOrd="0" destOrd="0" presId="urn:microsoft.com/office/officeart/2018/2/layout/IconLabelDescriptionList"/>
    <dgm:cxn modelId="{72FB9CB3-EBCE-4C2F-8007-05651373165A}" type="presParOf" srcId="{55739404-1DED-43D4-9BE3-9B456D6BE2F2}" destId="{82D045E2-5F65-4D8F-8591-579B8CBFF69C}" srcOrd="0" destOrd="0" presId="urn:microsoft.com/office/officeart/2018/2/layout/IconLabelDescriptionList"/>
    <dgm:cxn modelId="{465D3543-56E2-4FF6-8FB3-B30FD92981D9}" type="presParOf" srcId="{55739404-1DED-43D4-9BE3-9B456D6BE2F2}" destId="{DB45D131-2FB8-415A-992F-7341B6841ECF}" srcOrd="1" destOrd="0" presId="urn:microsoft.com/office/officeart/2018/2/layout/IconLabelDescriptionList"/>
    <dgm:cxn modelId="{708CE0C6-B55F-4A0D-A3E8-AB86507F1F98}" type="presParOf" srcId="{55739404-1DED-43D4-9BE3-9B456D6BE2F2}" destId="{EA028D72-9342-40F5-A5BD-F022BE69A27D}" srcOrd="2" destOrd="0" presId="urn:microsoft.com/office/officeart/2018/2/layout/IconLabelDescriptionList"/>
    <dgm:cxn modelId="{26EA6AC6-8D6F-4916-B1B4-AC52453929F8}" type="presParOf" srcId="{55739404-1DED-43D4-9BE3-9B456D6BE2F2}" destId="{2D3F93C9-5101-43EA-AA44-C39BAEF314ED}" srcOrd="3" destOrd="0" presId="urn:microsoft.com/office/officeart/2018/2/layout/IconLabelDescriptionList"/>
    <dgm:cxn modelId="{CA864055-52AD-42BE-B172-2541944713DF}" type="presParOf" srcId="{55739404-1DED-43D4-9BE3-9B456D6BE2F2}" destId="{27BC850C-3643-4CC6-839D-4BB1F990D923}" srcOrd="4" destOrd="0" presId="urn:microsoft.com/office/officeart/2018/2/layout/IconLabelDescriptionList"/>
    <dgm:cxn modelId="{25290827-9F13-4F87-8E6F-F956ED36F843}" type="presParOf" srcId="{1A32507C-5978-4035-9726-BD5FBAA037CB}" destId="{E8764447-2ABE-4DE0-84DD-4566D975B2B5}" srcOrd="1" destOrd="0" presId="urn:microsoft.com/office/officeart/2018/2/layout/IconLabelDescriptionList"/>
    <dgm:cxn modelId="{B79A1BCA-8D78-4EBE-81DC-3AE563F2687A}" type="presParOf" srcId="{1A32507C-5978-4035-9726-BD5FBAA037CB}" destId="{FFF9EE6E-18E8-4507-BFED-1971D2EB40D8}" srcOrd="2" destOrd="0" presId="urn:microsoft.com/office/officeart/2018/2/layout/IconLabelDescriptionList"/>
    <dgm:cxn modelId="{0334CACE-0558-4527-BD21-9E970301440C}" type="presParOf" srcId="{FFF9EE6E-18E8-4507-BFED-1971D2EB40D8}" destId="{031A9A6F-7933-4D07-B5ED-AFF1D9A27521}" srcOrd="0" destOrd="0" presId="urn:microsoft.com/office/officeart/2018/2/layout/IconLabelDescriptionList"/>
    <dgm:cxn modelId="{104F6AE4-4DE7-49C3-BE74-7B1B36EFCAC4}" type="presParOf" srcId="{FFF9EE6E-18E8-4507-BFED-1971D2EB40D8}" destId="{707A9B41-C6EA-4021-BED8-D6B73E185FD3}" srcOrd="1" destOrd="0" presId="urn:microsoft.com/office/officeart/2018/2/layout/IconLabelDescriptionList"/>
    <dgm:cxn modelId="{BC3C8128-6A5F-4AE4-8E90-8103C6C06710}" type="presParOf" srcId="{FFF9EE6E-18E8-4507-BFED-1971D2EB40D8}" destId="{66818691-1489-4B6B-A9C5-7D51DB613CC1}" srcOrd="2" destOrd="0" presId="urn:microsoft.com/office/officeart/2018/2/layout/IconLabelDescriptionList"/>
    <dgm:cxn modelId="{87DAD81A-17F8-4FF1-AD99-7EB5584A2D4D}" type="presParOf" srcId="{FFF9EE6E-18E8-4507-BFED-1971D2EB40D8}" destId="{E4864D68-7CE3-4438-9A9B-67112F6C0333}" srcOrd="3" destOrd="0" presId="urn:microsoft.com/office/officeart/2018/2/layout/IconLabelDescriptionList"/>
    <dgm:cxn modelId="{9D4E1AFB-3907-476C-B907-8D207100CF87}" type="presParOf" srcId="{FFF9EE6E-18E8-4507-BFED-1971D2EB40D8}" destId="{397B6F00-6194-4333-9B08-482DC98B4D1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045E2-5F65-4D8F-8591-579B8CBFF69C}">
      <dsp:nvSpPr>
        <dsp:cNvPr id="0" name=""/>
        <dsp:cNvSpPr/>
      </dsp:nvSpPr>
      <dsp:spPr>
        <a:xfrm>
          <a:off x="2284341" y="1740979"/>
          <a:ext cx="1097772" cy="9549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28D72-9342-40F5-A5BD-F022BE69A27D}">
      <dsp:nvSpPr>
        <dsp:cNvPr id="0" name=""/>
        <dsp:cNvSpPr/>
      </dsp:nvSpPr>
      <dsp:spPr>
        <a:xfrm>
          <a:off x="1037313" y="2850392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Machine Dependent Assembler Features</a:t>
          </a:r>
        </a:p>
      </dsp:txBody>
      <dsp:txXfrm>
        <a:off x="1037313" y="2850392"/>
        <a:ext cx="4315781" cy="647367"/>
      </dsp:txXfrm>
    </dsp:sp>
    <dsp:sp modelId="{27BC850C-3643-4CC6-839D-4BB1F990D923}">
      <dsp:nvSpPr>
        <dsp:cNvPr id="0" name=""/>
        <dsp:cNvSpPr/>
      </dsp:nvSpPr>
      <dsp:spPr>
        <a:xfrm>
          <a:off x="1037313" y="3545302"/>
          <a:ext cx="4315781" cy="6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1) Instruction formats and addressing modes (SIC/XE)</a:t>
          </a: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2)Program relocation</a:t>
          </a:r>
        </a:p>
      </dsp:txBody>
      <dsp:txXfrm>
        <a:off x="1037313" y="3545302"/>
        <a:ext cx="4315781" cy="67382"/>
      </dsp:txXfrm>
    </dsp:sp>
    <dsp:sp modelId="{031A9A6F-7933-4D07-B5ED-AFF1D9A27521}">
      <dsp:nvSpPr>
        <dsp:cNvPr id="0" name=""/>
        <dsp:cNvSpPr/>
      </dsp:nvSpPr>
      <dsp:spPr>
        <a:xfrm>
          <a:off x="7915702" y="1898546"/>
          <a:ext cx="611463" cy="6170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18691-1489-4B6B-A9C5-7D51DB613CC1}">
      <dsp:nvSpPr>
        <dsp:cNvPr id="0" name=""/>
        <dsp:cNvSpPr/>
      </dsp:nvSpPr>
      <dsp:spPr>
        <a:xfrm>
          <a:off x="6179351" y="2706981"/>
          <a:ext cx="4823964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Machine Independent Assembler Features</a:t>
          </a:r>
        </a:p>
      </dsp:txBody>
      <dsp:txXfrm>
        <a:off x="6179351" y="2706981"/>
        <a:ext cx="4823964" cy="647367"/>
      </dsp:txXfrm>
    </dsp:sp>
    <dsp:sp modelId="{397B6F00-6194-4333-9B08-482DC98B4D17}">
      <dsp:nvSpPr>
        <dsp:cNvPr id="0" name=""/>
        <dsp:cNvSpPr/>
      </dsp:nvSpPr>
      <dsp:spPr>
        <a:xfrm>
          <a:off x="6362448" y="3401891"/>
          <a:ext cx="4315781" cy="6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1) Literals</a:t>
          </a: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2) Symbol-defining statements</a:t>
          </a: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3) Expressions</a:t>
          </a: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4) Program blocks</a:t>
          </a: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5) Control sections and program linking</a:t>
          </a:r>
        </a:p>
      </dsp:txBody>
      <dsp:txXfrm>
        <a:off x="6362448" y="3401891"/>
        <a:ext cx="4315781" cy="67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16:08:15.1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65 24575,'405'13'0,"-300"-3"0,189 42 0,-258-43 0,1-1 0,1-2 0,-1-2 0,56-1 0,6-2 0,50-4 0,-74-6 0,-43 3 0,36 0 0,-11 6 0,-33 1 0,0-1 0,0-1 0,-1-1 0,1-1 0,38-11 0,-40 8 0,1 0 0,0 2 0,0 0 0,27 0 0,95 4 0,-64 2 0,3880 0 0,-2040-4 0,-1894 1 0,0-2 0,0-1 0,30-9 0,-29 7 0,0 0 0,50-3 0,20 11 0,53-3 0,-101-9 0,4-1 0,21 1 0,-48 6 0,36-3 0,17 8 0,-43 0 0,0-1 0,64-10 0,-34 2 0,1 2 0,121 6 0,-80 2 0,-23-4 0,96 4 0,-180-2 0,0 0 0,0 0 0,0 1 0,0-1 0,-1 0 0,1 1 0,0-1 0,0 1 0,0 0 0,-1-1 0,1 1 0,0 0 0,-1 0 0,1 0 0,-1 0 0,1 0 0,-1 1 0,0-1 0,1 0 0,-1 1 0,0-1 0,0 1 0,0-1 0,0 1 0,0 0 0,0-1 0,-1 1 0,1 0 0,0-1 0,-1 1 0,1 0 0,-1 0 0,0 0 0,0 0 0,1-1 0,-1 1 0,-1 0 0,1 0 0,0 0 0,0 0 0,-1-1 0,1 1 0,-1 0 0,1 0 0,-1 0 0,0-1 0,1 1 0,-1 0 0,-2 1 0,-56 70 0,58-73 0,1 1 0,0-1 0,-1 1 0,1-1 0,0 1 0,0-1 0,-1 1 0,1-1 0,0 1 0,0-1 0,0 1 0,-1-1 0,1 1 0,0 0 0,0-1 0,0 1 0,0-1 0,0 1 0,0-1 0,0 1 0,1 0 0,-1-1 0,0 1 0,0-1 0,0 1 0,0-1 0,1 1 0,-1 0 0,1 0 0,0 0 0,0-1 0,0 1 0,0 0 0,0-1 0,0 1 0,0 0 0,1-1 0,-1 1 0,0-1 0,0 0 0,2 1 0,41 2 0,-40-3 0,-3 0 0,33 3 0,-33-3 0,0 0 0,0 0 0,0 0 0,0 0 0,0 0 0,-1 0 0,1 0 0,0 1 0,0-1 0,0 0 0,0 1 0,0-1 0,-1 1 0,1-1 0,0 1 0,0-1 0,-1 1 0,1-1 0,0 1 0,-1 0 0,1 0 0,0-1 0,-1 1 0,1 0 0,-1 0 0,0-1 0,1 1 0,-1 0 0,1 0 0,-1 1 0,0 0 0,-1-1 0,0 0 0,1 0 0,-1 0 0,0 0 0,0 0 0,0 0 0,0-1 0,0 1 0,0 0 0,0 0 0,0-1 0,0 1 0,0 0 0,0-1 0,0 1 0,-1-1 0,1 0 0,0 1 0,0-1 0,-1 0 0,1 0 0,0 0 0,-2 0 0,-33 4 0,6-6 0,0 0 0,0-2 0,-37-11 0,-13-10 0,62 17 0,0 2 0,-1 0 0,0 1 0,0 1 0,-37-3 0,-438 9 0,456-1 0,-39 8 0,-31 1 0,-383-10 0,450-4-1365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9C0AE9E-D47A-49D5-B30A-0262751AB258}" type="datetimeFigureOut">
              <a:rPr lang="ar-EG" smtClean="0"/>
              <a:t>11/10/1447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429B219-3DC2-413E-BB62-B48BD116317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2257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30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51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3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24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55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9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15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71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98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14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47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45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11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26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29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1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42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95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06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31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10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764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963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32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97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12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427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19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F86-8BE5-4E55-939A-4CA8B11F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21AA2-5BB0-4C4E-9362-E15E12579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BBF3-9276-48E1-BF53-7D2FD4E4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C5F4-375C-4955-8DC6-39A21275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211B-13B3-416E-9E2F-84224059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C7A-7F49-4E37-AB93-A92B8C89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D7D3-B31D-4045-AE6A-F094683F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028B-D478-41E3-9DDE-EEF433C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CAEA-3F00-4902-8163-FBCB35CA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391-3218-4642-A28D-45628A4E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C7B-8EC2-43A1-88CF-261CF1E3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2B8-315A-4EA8-95B6-665C6C7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6FC4-9A20-4B2F-8947-749AD46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6A3B8-6E20-47EB-ACF8-C26A39C1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DCF5-D810-42B2-8B1A-096B9EF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6CD-24B6-4BF9-B895-24D9A66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1844-9155-440E-8DF3-D284F8B27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6E3-FF3A-47A1-99B6-96128472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F9A2-1C36-4BCA-A2A4-1A087202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F623C-3EA6-473F-98B3-EAFF2239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91697-378E-46A4-B93E-A647E4CC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B791-C80A-4530-8024-6B3AD206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26DD-91AB-40AC-AF28-CE2656C91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F98-2D26-4CC6-91F2-519EC849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A12-4E53-4CD5-AE63-69E8D2A29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7952E-A7A8-49EF-B069-C5FFAF62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F1101-B919-440D-83BD-60B460D2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AD026-D9BF-4A89-8F3F-9B5353C8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5996-1530-41F6-8EAB-CE05F786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8EB-4D72-4C2D-99AC-D55ACA28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8C9-3F02-432A-B4D5-278B70CC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CF67-E4E9-4BFC-9968-BD71649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7F7E0-B3F4-4E6D-8576-F8D47E8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4CC8-ACCA-4EEA-AB56-3AEF2C95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950FE-C59A-481E-A9E4-FB6ECD99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1CFF-8974-48DF-8EFB-12A5BB38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592A-B52D-4A0B-A9EB-5047C746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E7D3-1800-4524-B3F4-CF0746698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41D84-F575-462C-8593-B2826A86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7C7D-DB09-4726-9C31-C2683651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D6D9-C349-4211-9234-AD56D5DA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BE0B-FCCC-4D0F-B82E-B83C6008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75AF-83A9-41F7-A1A9-1B7F8A0C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22B42-C2F2-4C2C-8684-C040B4CD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149DA-CA59-47D5-8D34-BBC149D3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FC1A-4AB6-469F-BEF5-C7322822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5A0C-F869-4754-88DD-D7398913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BE0A7-E937-40D1-88AB-F3E4823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3AEF-430A-495B-856B-8DFD415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B936-2C98-47CE-90E0-F748E2BD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49B0-8378-4853-9239-E080384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26D-B69A-4C9A-A689-89A10E15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B6A8-1DF8-4990-9449-5E3C3EEF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B047E-737D-4624-A740-30D13563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6690D-B49A-4CD4-99C7-CEEB8D2B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BB12-C641-41E3-9B7A-33E3AFF4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9F18-0E3E-439B-B096-2E16A3E2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E89C-BC4B-43FC-A12A-23FDF87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CBD01-0B0B-443A-8335-D5A458CE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BB28-D2F9-484E-80D3-757703EF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F4B7-DF04-4607-A541-75EE0B582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3F09-E982-45C1-964F-77925596AC3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5EB9-8FAE-4F4B-AED5-8E2F7752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C838-B67B-42EA-BA5C-9987844D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0BC8-5CEA-085A-1903-C3871077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Section 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1832-72A5-6196-8537-6ECE0A21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Systems Programming ECE3502</a:t>
            </a:r>
          </a:p>
        </p:txBody>
      </p:sp>
    </p:spTree>
    <p:extLst>
      <p:ext uri="{BB962C8B-B14F-4D97-AF65-F5344CB8AC3E}">
        <p14:creationId xmlns:p14="http://schemas.microsoft.com/office/powerpoint/2010/main" val="420221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3676" y="315238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solidFill>
                  <a:schemeClr val="bg1"/>
                </a:solidFill>
                <a:latin typeface="+mj-lt"/>
                <a:cs typeface="+mj-cs"/>
              </a:rPr>
              <a:t>Assembler Features</a:t>
            </a:r>
            <a:endParaRPr lang="ar-EG" sz="54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graphicFrame>
        <p:nvGraphicFramePr>
          <p:cNvPr id="9" name="Rectangle 3">
            <a:extLst>
              <a:ext uri="{FF2B5EF4-FFF2-40B4-BE49-F238E27FC236}">
                <a16:creationId xmlns:a16="http://schemas.microsoft.com/office/drawing/2014/main" id="{8C2E14E0-ACD6-21BB-7C8C-E5D17D83D1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285" y="1184629"/>
          <a:ext cx="11969635" cy="5282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0414967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These are the features which </a:t>
            </a:r>
            <a:r>
              <a:rPr lang="en-US" sz="2400" dirty="0">
                <a:solidFill>
                  <a:srgbClr val="0070C0"/>
                </a:solidFill>
              </a:rPr>
              <a:t>do not depend on the architecture of the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Such features are more related to software than to machine architecture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240290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3676" y="315238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solidFill>
                  <a:schemeClr val="bg1"/>
                </a:solidFill>
                <a:latin typeface="+mj-lt"/>
                <a:cs typeface="+mj-cs"/>
              </a:rPr>
              <a:t>Literals</a:t>
            </a:r>
            <a:endParaRPr lang="ar-EG" sz="54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98C87F-E189-B48E-B79F-882A643DAF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592"/>
          <a:stretch/>
        </p:blipFill>
        <p:spPr>
          <a:xfrm>
            <a:off x="931317" y="1853724"/>
            <a:ext cx="5413439" cy="4613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FE4F96-711E-E3AD-66A8-4FE6093521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933"/>
          <a:stretch/>
        </p:blipFill>
        <p:spPr>
          <a:xfrm>
            <a:off x="6344756" y="1929318"/>
            <a:ext cx="5068326" cy="461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3676" y="315238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solidFill>
                  <a:schemeClr val="bg1"/>
                </a:solidFill>
                <a:latin typeface="+mj-lt"/>
                <a:cs typeface="+mj-cs"/>
              </a:rPr>
              <a:t>Literals</a:t>
            </a:r>
            <a:endParaRPr lang="ar-EG" sz="54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1502010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easy for a programmer to write </a:t>
            </a:r>
            <a:r>
              <a:rPr lang="en-US" sz="2400" dirty="0">
                <a:solidFill>
                  <a:srgbClr val="0070C0"/>
                </a:solidFill>
              </a:rPr>
              <a:t>the value of a constant operand </a:t>
            </a:r>
            <a:r>
              <a:rPr lang="en-US" sz="2400" dirty="0"/>
              <a:t>as part of the instruction that uses 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</a:t>
            </a:r>
            <a:r>
              <a:rPr lang="en-US" sz="2400" dirty="0">
                <a:solidFill>
                  <a:srgbClr val="0070C0"/>
                </a:solidFill>
              </a:rPr>
              <a:t>avoids defining the constant elsewhere in the program </a:t>
            </a:r>
            <a:r>
              <a:rPr lang="en-US" sz="2400" dirty="0"/>
              <a:t>and making a label for it.</a:t>
            </a:r>
          </a:p>
          <a:p>
            <a:r>
              <a:rPr lang="en-US" sz="2400" dirty="0"/>
              <a:t>     Such an operand is called </a:t>
            </a:r>
            <a:r>
              <a:rPr lang="en-US" sz="2400" dirty="0">
                <a:solidFill>
                  <a:srgbClr val="0070C0"/>
                </a:solidFill>
              </a:rPr>
              <a:t>a literal </a:t>
            </a:r>
            <a:r>
              <a:rPr lang="en-US" sz="2400" dirty="0"/>
              <a:t>because the value is stated literally in the instruction.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literal is defined with </a:t>
            </a:r>
            <a:r>
              <a:rPr lang="en-US" sz="2400" dirty="0">
                <a:solidFill>
                  <a:srgbClr val="0070C0"/>
                </a:solidFill>
              </a:rPr>
              <a:t>a prefix = followed by a specification of the literal value</a:t>
            </a:r>
            <a:r>
              <a:rPr lang="en-US" sz="2400" dirty="0"/>
              <a:t>.</a:t>
            </a:r>
            <a:endParaRPr lang="ar-EG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F1DE53-1073-5C81-9DA6-63EB12E0614A}"/>
              </a:ext>
            </a:extLst>
          </p:cNvPr>
          <p:cNvSpPr txBox="1"/>
          <p:nvPr/>
        </p:nvSpPr>
        <p:spPr>
          <a:xfrm>
            <a:off x="385190" y="4909883"/>
            <a:ext cx="1150201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Example: </a:t>
            </a:r>
          </a:p>
          <a:p>
            <a:r>
              <a:rPr lang="en-US" sz="2400" dirty="0"/>
              <a:t>		001A		ENDFIL		LDA	=C’EOF’		032010</a:t>
            </a:r>
          </a:p>
          <a:p>
            <a:r>
              <a:rPr lang="en-US" sz="2400" dirty="0"/>
              <a:t>		.</a:t>
            </a:r>
          </a:p>
          <a:p>
            <a:r>
              <a:rPr lang="en-US" sz="2400" dirty="0"/>
              <a:t>		002D 		* 		= C’EOF’ 			454F46</a:t>
            </a:r>
          </a:p>
        </p:txBody>
      </p:sp>
    </p:spTree>
    <p:extLst>
      <p:ext uri="{BB962C8B-B14F-4D97-AF65-F5344CB8AC3E}">
        <p14:creationId xmlns:p14="http://schemas.microsoft.com/office/powerpoint/2010/main" val="409247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147239" y="165918"/>
            <a:ext cx="78132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  <a:cs typeface="+mj-cs"/>
              </a:rPr>
              <a:t>Difference between Literal and Immediate operand</a:t>
            </a:r>
            <a:endParaRPr lang="ar-EG" sz="40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1502010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case of </a:t>
            </a:r>
            <a:r>
              <a:rPr lang="en-US" sz="2400" dirty="0">
                <a:solidFill>
                  <a:srgbClr val="0070C0"/>
                </a:solidFill>
              </a:rPr>
              <a:t>literals</a:t>
            </a:r>
            <a:r>
              <a:rPr lang="en-US" sz="2400" dirty="0"/>
              <a:t> the assembler generates </a:t>
            </a:r>
            <a:r>
              <a:rPr lang="en-US" sz="2400" dirty="0">
                <a:solidFill>
                  <a:srgbClr val="0070C0"/>
                </a:solidFill>
              </a:rPr>
              <a:t>the specified value as a constant at some other memory location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the Immediate mode </a:t>
            </a:r>
            <a:r>
              <a:rPr lang="en-US" sz="2400" dirty="0">
                <a:solidFill>
                  <a:schemeClr val="accent1"/>
                </a:solidFill>
              </a:rPr>
              <a:t>the operand value is assembled as part of the instruction itself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F1DE53-1073-5C81-9DA6-63EB12E0614A}"/>
              </a:ext>
            </a:extLst>
          </p:cNvPr>
          <p:cNvSpPr txBox="1"/>
          <p:nvPr/>
        </p:nvSpPr>
        <p:spPr>
          <a:xfrm>
            <a:off x="385190" y="4107243"/>
            <a:ext cx="11502010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/>
              <a:t>Example: </a:t>
            </a:r>
          </a:p>
          <a:p>
            <a:r>
              <a:rPr lang="en-US" sz="2400" dirty="0"/>
              <a:t>		0010 				LDA      #03			010003</a:t>
            </a:r>
          </a:p>
          <a:p>
            <a:r>
              <a:rPr lang="en-US" sz="2400" dirty="0"/>
              <a:t>		….</a:t>
            </a:r>
          </a:p>
          <a:p>
            <a:r>
              <a:rPr lang="en-US" sz="2400" dirty="0"/>
              <a:t>		001A		ENDFIL		LDA	=C’EOF’		032010</a:t>
            </a:r>
          </a:p>
          <a:p>
            <a:r>
              <a:rPr lang="en-US" sz="2400" dirty="0"/>
              <a:t>		….</a:t>
            </a:r>
          </a:p>
          <a:p>
            <a:r>
              <a:rPr lang="en-US" sz="2400" dirty="0"/>
              <a:t>		002D 		* 		= C’EOF’ 			454F46</a:t>
            </a:r>
          </a:p>
        </p:txBody>
      </p:sp>
    </p:spTree>
    <p:extLst>
      <p:ext uri="{BB962C8B-B14F-4D97-AF65-F5344CB8AC3E}">
        <p14:creationId xmlns:p14="http://schemas.microsoft.com/office/powerpoint/2010/main" val="468620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3676" y="315238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solidFill>
                  <a:schemeClr val="bg1"/>
                </a:solidFill>
                <a:latin typeface="+mj-lt"/>
                <a:cs typeface="+mj-cs"/>
              </a:rPr>
              <a:t>Literal Pool</a:t>
            </a:r>
            <a:endParaRPr lang="ar-EG" sz="54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1502010" cy="50186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 the literal operands used in a program are gathered together into one or more </a:t>
            </a:r>
            <a:r>
              <a:rPr lang="en-US" sz="2400" dirty="0">
                <a:solidFill>
                  <a:schemeClr val="accent1"/>
                </a:solidFill>
              </a:rPr>
              <a:t>literal pools</a:t>
            </a:r>
            <a:r>
              <a:rPr lang="en-US" sz="2400" dirty="0"/>
              <a:t>.</a:t>
            </a:r>
            <a:endParaRPr lang="en-US" sz="24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usually placed </a:t>
            </a:r>
            <a:r>
              <a:rPr lang="en-US" sz="2400" dirty="0">
                <a:solidFill>
                  <a:schemeClr val="accent1"/>
                </a:solidFill>
              </a:rPr>
              <a:t>at the end of the program</a:t>
            </a:r>
            <a:r>
              <a:rPr lang="en-US" sz="2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Ex: 		1076	*	=X’05’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 some cases, it is </a:t>
            </a:r>
            <a:r>
              <a:rPr lang="en-US" sz="2400" dirty="0">
                <a:solidFill>
                  <a:schemeClr val="accent1"/>
                </a:solidFill>
              </a:rPr>
              <a:t>placed at some other location in the object program</a:t>
            </a:r>
            <a:r>
              <a:rPr lang="en-US" sz="2400" dirty="0"/>
              <a:t>. An assembler directive </a:t>
            </a:r>
            <a:r>
              <a:rPr lang="en-US" sz="2400" dirty="0">
                <a:solidFill>
                  <a:schemeClr val="accent1"/>
                </a:solidFill>
              </a:rPr>
              <a:t>LTORG</a:t>
            </a:r>
            <a:r>
              <a:rPr lang="en-US" sz="2400" dirty="0"/>
              <a:t> is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Whenever </a:t>
            </a:r>
            <a:r>
              <a:rPr lang="en-US" sz="2400" dirty="0">
                <a:solidFill>
                  <a:schemeClr val="accent1"/>
                </a:solidFill>
              </a:rPr>
              <a:t>LTORG</a:t>
            </a:r>
            <a:r>
              <a:rPr lang="en-US" sz="2400" dirty="0"/>
              <a:t> is encountered, it creates a literal pool that contains all the literal operands used since the beginning of the program.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literal pool definition is done after </a:t>
            </a:r>
            <a:r>
              <a:rPr lang="en-US" sz="2400" dirty="0">
                <a:solidFill>
                  <a:schemeClr val="accent1"/>
                </a:solidFill>
              </a:rPr>
              <a:t>LTORG</a:t>
            </a:r>
            <a:r>
              <a:rPr lang="en-US" sz="2400" dirty="0"/>
              <a:t> is encountered. It is better to place the literals close to the instruction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87837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3676" y="315238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solidFill>
                  <a:schemeClr val="bg1"/>
                </a:solidFill>
                <a:latin typeface="+mj-lt"/>
                <a:cs typeface="+mj-cs"/>
              </a:rPr>
              <a:t>Literal Pool</a:t>
            </a:r>
            <a:endParaRPr lang="ar-EG" sz="54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A15E8341-0528-AA6C-55E7-9F1FFE3B6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024706"/>
              </p:ext>
            </p:extLst>
          </p:nvPr>
        </p:nvGraphicFramePr>
        <p:xfrm>
          <a:off x="517525" y="2197100"/>
          <a:ext cx="5340352" cy="23977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1957985943"/>
                    </a:ext>
                  </a:extLst>
                </a:gridCol>
                <a:gridCol w="1787526">
                  <a:extLst>
                    <a:ext uri="{9D8B030D-6E8A-4147-A177-3AD203B41FA5}">
                      <a16:colId xmlns:a16="http://schemas.microsoft.com/office/drawing/2014/main" val="66210233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2191997808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9703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001A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ENDFIL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LDA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=C’EOF’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40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.</a:t>
                      </a:r>
                    </a:p>
                    <a:p>
                      <a:r>
                        <a:rPr lang="en-GB" dirty="0"/>
                        <a:t>.</a:t>
                      </a:r>
                    </a:p>
                    <a:p>
                      <a:r>
                        <a:rPr lang="en-GB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09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002A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484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LTORG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24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833792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29DDFB0-A959-98B1-0C36-0D718922C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521"/>
              </p:ext>
            </p:extLst>
          </p:nvPr>
        </p:nvGraphicFramePr>
        <p:xfrm>
          <a:off x="6810374" y="2197100"/>
          <a:ext cx="5121275" cy="6705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18800">
                  <a:extLst>
                    <a:ext uri="{9D8B030D-6E8A-4147-A177-3AD203B41FA5}">
                      <a16:colId xmlns:a16="http://schemas.microsoft.com/office/drawing/2014/main" val="1655638134"/>
                    </a:ext>
                  </a:extLst>
                </a:gridCol>
                <a:gridCol w="283061">
                  <a:extLst>
                    <a:ext uri="{9D8B030D-6E8A-4147-A177-3AD203B41FA5}">
                      <a16:colId xmlns:a16="http://schemas.microsoft.com/office/drawing/2014/main" val="2897971996"/>
                    </a:ext>
                  </a:extLst>
                </a:gridCol>
                <a:gridCol w="386445">
                  <a:extLst>
                    <a:ext uri="{9D8B030D-6E8A-4147-A177-3AD203B41FA5}">
                      <a16:colId xmlns:a16="http://schemas.microsoft.com/office/drawing/2014/main" val="3512435341"/>
                    </a:ext>
                  </a:extLst>
                </a:gridCol>
                <a:gridCol w="318800">
                  <a:extLst>
                    <a:ext uri="{9D8B030D-6E8A-4147-A177-3AD203B41FA5}">
                      <a16:colId xmlns:a16="http://schemas.microsoft.com/office/drawing/2014/main" val="1413828676"/>
                    </a:ext>
                  </a:extLst>
                </a:gridCol>
                <a:gridCol w="318800">
                  <a:extLst>
                    <a:ext uri="{9D8B030D-6E8A-4147-A177-3AD203B41FA5}">
                      <a16:colId xmlns:a16="http://schemas.microsoft.com/office/drawing/2014/main" val="2359403969"/>
                    </a:ext>
                  </a:extLst>
                </a:gridCol>
                <a:gridCol w="318800">
                  <a:extLst>
                    <a:ext uri="{9D8B030D-6E8A-4147-A177-3AD203B41FA5}">
                      <a16:colId xmlns:a16="http://schemas.microsoft.com/office/drawing/2014/main" val="3636103992"/>
                    </a:ext>
                  </a:extLst>
                </a:gridCol>
                <a:gridCol w="318800">
                  <a:extLst>
                    <a:ext uri="{9D8B030D-6E8A-4147-A177-3AD203B41FA5}">
                      <a16:colId xmlns:a16="http://schemas.microsoft.com/office/drawing/2014/main" val="3847182729"/>
                    </a:ext>
                  </a:extLst>
                </a:gridCol>
                <a:gridCol w="318800">
                  <a:extLst>
                    <a:ext uri="{9D8B030D-6E8A-4147-A177-3AD203B41FA5}">
                      <a16:colId xmlns:a16="http://schemas.microsoft.com/office/drawing/2014/main" val="2877491270"/>
                    </a:ext>
                  </a:extLst>
                </a:gridCol>
                <a:gridCol w="318800">
                  <a:extLst>
                    <a:ext uri="{9D8B030D-6E8A-4147-A177-3AD203B41FA5}">
                      <a16:colId xmlns:a16="http://schemas.microsoft.com/office/drawing/2014/main" val="1826931369"/>
                    </a:ext>
                  </a:extLst>
                </a:gridCol>
                <a:gridCol w="318800">
                  <a:extLst>
                    <a:ext uri="{9D8B030D-6E8A-4147-A177-3AD203B41FA5}">
                      <a16:colId xmlns:a16="http://schemas.microsoft.com/office/drawing/2014/main" val="19090039"/>
                    </a:ext>
                  </a:extLst>
                </a:gridCol>
                <a:gridCol w="283061">
                  <a:extLst>
                    <a:ext uri="{9D8B030D-6E8A-4147-A177-3AD203B41FA5}">
                      <a16:colId xmlns:a16="http://schemas.microsoft.com/office/drawing/2014/main" val="1946830848"/>
                    </a:ext>
                  </a:extLst>
                </a:gridCol>
                <a:gridCol w="283061">
                  <a:extLst>
                    <a:ext uri="{9D8B030D-6E8A-4147-A177-3AD203B41FA5}">
                      <a16:colId xmlns:a16="http://schemas.microsoft.com/office/drawing/2014/main" val="2588449691"/>
                    </a:ext>
                  </a:extLst>
                </a:gridCol>
                <a:gridCol w="1335247">
                  <a:extLst>
                    <a:ext uri="{9D8B030D-6E8A-4147-A177-3AD203B41FA5}">
                      <a16:colId xmlns:a16="http://schemas.microsoft.com/office/drawing/2014/main" val="1617201096"/>
                    </a:ext>
                  </a:extLst>
                </a:gridCol>
              </a:tblGrid>
              <a:tr h="182424">
                <a:tc gridSpan="6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Opcode 6 bits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displacement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3995"/>
                  </a:ext>
                </a:extLst>
              </a:tr>
              <a:tr h="18242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(010)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220328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B17828-A5E6-99F3-596A-E339C5FEFFE7}"/>
              </a:ext>
            </a:extLst>
          </p:cNvPr>
          <p:cNvSpPr/>
          <p:nvPr/>
        </p:nvSpPr>
        <p:spPr>
          <a:xfrm>
            <a:off x="10339712" y="3426460"/>
            <a:ext cx="1153149" cy="5486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2D-1D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0F537B-208F-0AF0-E76F-8275D410708F}"/>
              </a:ext>
            </a:extLst>
          </p:cNvPr>
          <p:cNvCxnSpPr/>
          <p:nvPr/>
        </p:nvCxnSpPr>
        <p:spPr>
          <a:xfrm>
            <a:off x="5857877" y="2387600"/>
            <a:ext cx="95249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483E3D-2FD1-C084-28A7-39DDF556A05B}"/>
              </a:ext>
            </a:extLst>
          </p:cNvPr>
          <p:cNvCxnSpPr>
            <a:cxnSpLocks/>
          </p:cNvCxnSpPr>
          <p:nvPr/>
        </p:nvCxnSpPr>
        <p:spPr>
          <a:xfrm rot="5400000">
            <a:off x="10641966" y="3152140"/>
            <a:ext cx="5486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06A83032-45A4-F01F-5D98-4F92070DAB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0122360"/>
              </p:ext>
            </p:extLst>
          </p:nvPr>
        </p:nvGraphicFramePr>
        <p:xfrm>
          <a:off x="517525" y="2197100"/>
          <a:ext cx="5340352" cy="3683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1957985943"/>
                    </a:ext>
                  </a:extLst>
                </a:gridCol>
                <a:gridCol w="1787526">
                  <a:extLst>
                    <a:ext uri="{9D8B030D-6E8A-4147-A177-3AD203B41FA5}">
                      <a16:colId xmlns:a16="http://schemas.microsoft.com/office/drawing/2014/main" val="66210233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2191997808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9703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001A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ENDFIL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LDA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b="0" kern="1200" dirty="0">
                          <a:solidFill>
                            <a:schemeClr val="dk1"/>
                          </a:solidFill>
                        </a:rPr>
                        <a:t>=C’EOF’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40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.</a:t>
                      </a:r>
                    </a:p>
                    <a:p>
                      <a:r>
                        <a:rPr lang="en-GB" dirty="0"/>
                        <a:t>.</a:t>
                      </a:r>
                    </a:p>
                    <a:p>
                      <a:r>
                        <a:rPr lang="en-GB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09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002A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484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LTORG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24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83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.</a:t>
                      </a:r>
                    </a:p>
                    <a:p>
                      <a:r>
                        <a:rPr lang="en-GB" dirty="0"/>
                        <a:t>.</a:t>
                      </a:r>
                    </a:p>
                    <a:p>
                      <a:r>
                        <a:rPr lang="en-GB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44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478551"/>
                  </a:ext>
                </a:extLst>
              </a:tr>
            </a:tbl>
          </a:graphicData>
        </a:graphic>
      </p:graphicFrame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EDBBB97-2DA9-607D-C317-13DD5294DA4E}"/>
              </a:ext>
            </a:extLst>
          </p:cNvPr>
          <p:cNvSpPr/>
          <p:nvPr/>
        </p:nvSpPr>
        <p:spPr>
          <a:xfrm>
            <a:off x="6463031" y="5231447"/>
            <a:ext cx="1924050" cy="87153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We don’t need to generate another literal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7618DF-96B9-017E-E721-87B8403A3C15}"/>
              </a:ext>
            </a:extLst>
          </p:cNvPr>
          <p:cNvCxnSpPr>
            <a:endCxn id="21" idx="1"/>
          </p:cNvCxnSpPr>
          <p:nvPr/>
        </p:nvCxnSpPr>
        <p:spPr>
          <a:xfrm>
            <a:off x="5857877" y="5667216"/>
            <a:ext cx="6051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14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3676" y="315238"/>
            <a:ext cx="6868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+mj-lt"/>
                <a:cs typeface="+mj-cs"/>
              </a:rPr>
              <a:t>Recognizing Duplicate Literals</a:t>
            </a:r>
            <a:endParaRPr lang="ar-EG" sz="40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425295" y="1630616"/>
            <a:ext cx="11502010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Duplicate literals can be identified by </a:t>
            </a:r>
            <a:r>
              <a:rPr lang="en-US" sz="2400" b="1" dirty="0"/>
              <a:t>comparing character strings </a:t>
            </a:r>
            <a:r>
              <a:rPr lang="en-US" sz="2400" dirty="0">
                <a:solidFill>
                  <a:schemeClr val="accent1"/>
                </a:solidFill>
              </a:rPr>
              <a:t>(If the literal text is exactly the same, the assembler recognizes it immediately.)</a:t>
            </a:r>
            <a:r>
              <a:rPr lang="en-US" sz="2400" dirty="0"/>
              <a:t> Ex: X’05’.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Sometimes literals look different but represent </a:t>
            </a:r>
            <a:r>
              <a:rPr lang="en-US" sz="2400" b="1" dirty="0"/>
              <a:t>the same value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1"/>
                </a:solidFill>
              </a:rPr>
              <a:t>thus the generated value can be compared</a:t>
            </a:r>
            <a:r>
              <a:rPr lang="en-US" sz="2400" dirty="0"/>
              <a:t>. </a:t>
            </a:r>
          </a:p>
          <a:p>
            <a:r>
              <a:rPr lang="en-US" sz="2400" dirty="0"/>
              <a:t>	Ex: The literals	    =C‘EOF’ and   =X’454F46’ are identical operand values.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DF945A6-1963-A113-8AE2-83F7AEDC019B}"/>
              </a:ext>
            </a:extLst>
          </p:cNvPr>
          <p:cNvGrpSpPr/>
          <p:nvPr/>
        </p:nvGrpSpPr>
        <p:grpSpPr>
          <a:xfrm>
            <a:off x="2009096" y="2447313"/>
            <a:ext cx="7942987" cy="3116549"/>
            <a:chOff x="1722380" y="3741451"/>
            <a:chExt cx="7942987" cy="311654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96BADAA-8920-AF14-5A76-940A33042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2380" y="3741451"/>
              <a:ext cx="7942987" cy="3116549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6B8AD73-E363-A504-34DC-49A1F43C4F73}"/>
                </a:ext>
              </a:extLst>
            </p:cNvPr>
            <p:cNvSpPr/>
            <p:nvPr/>
          </p:nvSpPr>
          <p:spPr>
            <a:xfrm>
              <a:off x="5815263" y="4740442"/>
              <a:ext cx="874295" cy="216569"/>
            </a:xfrm>
            <a:prstGeom prst="roundRect">
              <a:avLst/>
            </a:prstGeom>
            <a:noFill/>
            <a:ln w="38100">
              <a:solidFill>
                <a:srgbClr val="FF35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9A6BB5E-7D76-F669-D19A-2FB3FD2CA2B8}"/>
                </a:ext>
              </a:extLst>
            </p:cNvPr>
            <p:cNvSpPr/>
            <p:nvPr/>
          </p:nvSpPr>
          <p:spPr>
            <a:xfrm>
              <a:off x="5815263" y="5395694"/>
              <a:ext cx="874295" cy="216569"/>
            </a:xfrm>
            <a:prstGeom prst="roundRect">
              <a:avLst/>
            </a:prstGeom>
            <a:noFill/>
            <a:ln w="38100">
              <a:solidFill>
                <a:srgbClr val="FF35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8051EDB-CC5C-82D2-A1AA-FCE7E4FC3BA2}"/>
                </a:ext>
              </a:extLst>
            </p:cNvPr>
            <p:cNvSpPr/>
            <p:nvPr/>
          </p:nvSpPr>
          <p:spPr>
            <a:xfrm>
              <a:off x="2701290" y="6510620"/>
              <a:ext cx="5657850" cy="216569"/>
            </a:xfrm>
            <a:prstGeom prst="roundRect">
              <a:avLst/>
            </a:prstGeom>
            <a:noFill/>
            <a:ln w="38100">
              <a:solidFill>
                <a:srgbClr val="FF35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293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55279" y="126010"/>
            <a:ext cx="6868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+mj-lt"/>
                <a:cs typeface="+mj-cs"/>
              </a:rPr>
              <a:t>Literals denoting the value of the location counter</a:t>
            </a:r>
            <a:endParaRPr lang="ar-EG" sz="40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150201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Literals referring to </a:t>
            </a:r>
            <a:r>
              <a:rPr lang="en-US" sz="2400" dirty="0">
                <a:solidFill>
                  <a:schemeClr val="accent1"/>
                </a:solidFill>
              </a:rPr>
              <a:t>the current value of the location counter ( denoted by the symbol *)</a:t>
            </a:r>
            <a:r>
              <a:rPr lang="en-US" sz="2400" dirty="0"/>
              <a:t>.</a:t>
            </a:r>
          </a:p>
          <a:p>
            <a:r>
              <a:rPr lang="en-US" sz="2400" dirty="0"/>
              <a:t>    Such literals are useful for loading base registers.</a:t>
            </a:r>
          </a:p>
          <a:p>
            <a:r>
              <a:rPr lang="en-US" sz="2400" dirty="0"/>
              <a:t>	Ex:101A	      BASE      *		</a:t>
            </a:r>
            <a:r>
              <a:rPr lang="en-US" sz="2000" dirty="0">
                <a:solidFill>
                  <a:schemeClr val="accent1"/>
                </a:solidFill>
              </a:rPr>
              <a:t>BASE = 101A</a:t>
            </a: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/>
              <a:t>	     101D	      LDA        *		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Load A with the value stored at address 101D</a:t>
            </a:r>
            <a:endParaRPr lang="en-US" sz="2400" dirty="0"/>
          </a:p>
          <a:p>
            <a:r>
              <a:rPr lang="en-US" sz="2400" dirty="0"/>
              <a:t>	     1020	      LDB	       =*		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load B with a literal equal to the current address ”1020”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			         :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		                       LTORG	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	      --------         * 	       =1020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Such literal operands will have different values in different places of the program since they hold the current value of the location counter.</a:t>
            </a:r>
          </a:p>
        </p:txBody>
      </p:sp>
    </p:spTree>
    <p:extLst>
      <p:ext uri="{BB962C8B-B14F-4D97-AF65-F5344CB8AC3E}">
        <p14:creationId xmlns:p14="http://schemas.microsoft.com/office/powerpoint/2010/main" val="130602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441258" y="2353172"/>
            <a:ext cx="6868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+mj-lt"/>
                <a:cs typeface="+mj-cs"/>
              </a:rPr>
              <a:t>Handling Literals by the Assembler</a:t>
            </a:r>
            <a:endParaRPr lang="ar-EG" sz="4000" dirty="0">
              <a:solidFill>
                <a:schemeClr val="bg1"/>
              </a:solidFill>
              <a:latin typeface="+mj-lt"/>
              <a:cs typeface="+mj-cs"/>
            </a:endParaRPr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7927DDA4-E53D-D297-E94D-DF330E5C0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83" y="2664027"/>
            <a:ext cx="6436974" cy="250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613E14-A1DE-AB7E-2FA4-3570A08A1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043054"/>
              </p:ext>
            </p:extLst>
          </p:nvPr>
        </p:nvGraphicFramePr>
        <p:xfrm>
          <a:off x="1332218" y="5731780"/>
          <a:ext cx="3816492" cy="759524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954123">
                  <a:extLst>
                    <a:ext uri="{9D8B030D-6E8A-4147-A177-3AD203B41FA5}">
                      <a16:colId xmlns:a16="http://schemas.microsoft.com/office/drawing/2014/main" val="2807406755"/>
                    </a:ext>
                  </a:extLst>
                </a:gridCol>
                <a:gridCol w="954123">
                  <a:extLst>
                    <a:ext uri="{9D8B030D-6E8A-4147-A177-3AD203B41FA5}">
                      <a16:colId xmlns:a16="http://schemas.microsoft.com/office/drawing/2014/main" val="3469640021"/>
                    </a:ext>
                  </a:extLst>
                </a:gridCol>
                <a:gridCol w="954123">
                  <a:extLst>
                    <a:ext uri="{9D8B030D-6E8A-4147-A177-3AD203B41FA5}">
                      <a16:colId xmlns:a16="http://schemas.microsoft.com/office/drawing/2014/main" val="1447985435"/>
                    </a:ext>
                  </a:extLst>
                </a:gridCol>
                <a:gridCol w="954123">
                  <a:extLst>
                    <a:ext uri="{9D8B030D-6E8A-4147-A177-3AD203B41FA5}">
                      <a16:colId xmlns:a16="http://schemas.microsoft.com/office/drawing/2014/main" val="4179402670"/>
                    </a:ext>
                  </a:extLst>
                </a:gridCol>
              </a:tblGrid>
              <a:tr h="38245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Literal name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Value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Length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Address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7833105"/>
                  </a:ext>
                </a:extLst>
              </a:tr>
              <a:tr h="18687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=X'05'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1076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82702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661015-FD20-5E39-8CBB-C53257BFB2B9}"/>
              </a:ext>
            </a:extLst>
          </p:cNvPr>
          <p:cNvSpPr txBox="1"/>
          <p:nvPr/>
        </p:nvSpPr>
        <p:spPr>
          <a:xfrm>
            <a:off x="2869417" y="5266958"/>
            <a:ext cx="10541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LITTAB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124415" y="909963"/>
            <a:ext cx="1150201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>
                <a:solidFill>
                  <a:schemeClr val="accent1"/>
                </a:solidFill>
              </a:rPr>
              <a:t>literal table </a:t>
            </a:r>
            <a:r>
              <a:rPr lang="en-US" sz="2400" dirty="0"/>
              <a:t>is created for the literals which are used in the program.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>
                <a:solidFill>
                  <a:schemeClr val="accent1"/>
                </a:solidFill>
              </a:rPr>
              <a:t>literal table </a:t>
            </a:r>
            <a:r>
              <a:rPr lang="en-US" sz="2400" dirty="0"/>
              <a:t>contains the </a:t>
            </a:r>
            <a:r>
              <a:rPr lang="en-US" sz="2400" dirty="0">
                <a:solidFill>
                  <a:schemeClr val="accent1"/>
                </a:solidFill>
              </a:rPr>
              <a:t>literal name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1"/>
                </a:solidFill>
              </a:rPr>
              <a:t>operand value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1"/>
                </a:solidFill>
              </a:rPr>
              <a:t>length</a:t>
            </a:r>
            <a:r>
              <a:rPr lang="en-US" sz="2400" dirty="0"/>
              <a:t> and the </a:t>
            </a:r>
            <a:r>
              <a:rPr lang="en-US" sz="2400" dirty="0">
                <a:solidFill>
                  <a:schemeClr val="accent1"/>
                </a:solidFill>
              </a:rPr>
              <a:t>address</a:t>
            </a:r>
            <a:r>
              <a:rPr lang="en-US" sz="2400" dirty="0"/>
              <a:t> assigned to the operand.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EEB8831-27A7-B9E5-BB08-CC9C4991381B}"/>
                  </a:ext>
                </a:extLst>
              </p14:cNvPr>
              <p14:cNvContentPartPr/>
              <p14:nvPr/>
            </p14:nvContentPartPr>
            <p14:xfrm>
              <a:off x="3237586" y="2749763"/>
              <a:ext cx="3527280" cy="7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EEB8831-27A7-B9E5-BB08-CC9C499138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4586" y="2687123"/>
                <a:ext cx="3652920" cy="2012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C26B71-648B-7C71-FA69-39E5B95E3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757705"/>
              </p:ext>
            </p:extLst>
          </p:nvPr>
        </p:nvGraphicFramePr>
        <p:xfrm>
          <a:off x="6609315" y="2735150"/>
          <a:ext cx="5054460" cy="1507427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835072">
                  <a:extLst>
                    <a:ext uri="{9D8B030D-6E8A-4147-A177-3AD203B41FA5}">
                      <a16:colId xmlns:a16="http://schemas.microsoft.com/office/drawing/2014/main" val="3598529269"/>
                    </a:ext>
                  </a:extLst>
                </a:gridCol>
                <a:gridCol w="282929">
                  <a:extLst>
                    <a:ext uri="{9D8B030D-6E8A-4147-A177-3AD203B41FA5}">
                      <a16:colId xmlns:a16="http://schemas.microsoft.com/office/drawing/2014/main" val="3360527299"/>
                    </a:ext>
                  </a:extLst>
                </a:gridCol>
                <a:gridCol w="236736">
                  <a:extLst>
                    <a:ext uri="{9D8B030D-6E8A-4147-A177-3AD203B41FA5}">
                      <a16:colId xmlns:a16="http://schemas.microsoft.com/office/drawing/2014/main" val="3322502694"/>
                    </a:ext>
                  </a:extLst>
                </a:gridCol>
                <a:gridCol w="236736">
                  <a:extLst>
                    <a:ext uri="{9D8B030D-6E8A-4147-A177-3AD203B41FA5}">
                      <a16:colId xmlns:a16="http://schemas.microsoft.com/office/drawing/2014/main" val="2684259350"/>
                    </a:ext>
                  </a:extLst>
                </a:gridCol>
                <a:gridCol w="239623">
                  <a:extLst>
                    <a:ext uri="{9D8B030D-6E8A-4147-A177-3AD203B41FA5}">
                      <a16:colId xmlns:a16="http://schemas.microsoft.com/office/drawing/2014/main" val="1642820484"/>
                    </a:ext>
                  </a:extLst>
                </a:gridCol>
                <a:gridCol w="239623">
                  <a:extLst>
                    <a:ext uri="{9D8B030D-6E8A-4147-A177-3AD203B41FA5}">
                      <a16:colId xmlns:a16="http://schemas.microsoft.com/office/drawing/2014/main" val="477341029"/>
                    </a:ext>
                  </a:extLst>
                </a:gridCol>
                <a:gridCol w="236736">
                  <a:extLst>
                    <a:ext uri="{9D8B030D-6E8A-4147-A177-3AD203B41FA5}">
                      <a16:colId xmlns:a16="http://schemas.microsoft.com/office/drawing/2014/main" val="680890062"/>
                    </a:ext>
                  </a:extLst>
                </a:gridCol>
                <a:gridCol w="2747005">
                  <a:extLst>
                    <a:ext uri="{9D8B030D-6E8A-4147-A177-3AD203B41FA5}">
                      <a16:colId xmlns:a16="http://schemas.microsoft.com/office/drawing/2014/main" val="2713529455"/>
                    </a:ext>
                  </a:extLst>
                </a:gridCol>
              </a:tblGrid>
              <a:tr h="150495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TD =X'05'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075334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Opcode(6)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Disp</a:t>
                      </a:r>
                      <a:r>
                        <a:rPr lang="en-US" sz="1600" dirty="0">
                          <a:effectLst/>
                        </a:rPr>
                        <a:t>(12)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2695448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1076- 1065=11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2244138"/>
                  </a:ext>
                </a:extLst>
              </a:tr>
              <a:tr h="150495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1110 00    11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0010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0000 0001 0001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0127350"/>
                  </a:ext>
                </a:extLst>
              </a:tr>
              <a:tr h="150495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E32011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16811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8B0FAD-DF89-F9C9-EDF4-1B7A7E9CF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379063"/>
              </p:ext>
            </p:extLst>
          </p:nvPr>
        </p:nvGraphicFramePr>
        <p:xfrm>
          <a:off x="6618147" y="4647382"/>
          <a:ext cx="5054460" cy="1507427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835072">
                  <a:extLst>
                    <a:ext uri="{9D8B030D-6E8A-4147-A177-3AD203B41FA5}">
                      <a16:colId xmlns:a16="http://schemas.microsoft.com/office/drawing/2014/main" val="3598529269"/>
                    </a:ext>
                  </a:extLst>
                </a:gridCol>
                <a:gridCol w="282929">
                  <a:extLst>
                    <a:ext uri="{9D8B030D-6E8A-4147-A177-3AD203B41FA5}">
                      <a16:colId xmlns:a16="http://schemas.microsoft.com/office/drawing/2014/main" val="3360527299"/>
                    </a:ext>
                  </a:extLst>
                </a:gridCol>
                <a:gridCol w="236736">
                  <a:extLst>
                    <a:ext uri="{9D8B030D-6E8A-4147-A177-3AD203B41FA5}">
                      <a16:colId xmlns:a16="http://schemas.microsoft.com/office/drawing/2014/main" val="3322502694"/>
                    </a:ext>
                  </a:extLst>
                </a:gridCol>
                <a:gridCol w="236736">
                  <a:extLst>
                    <a:ext uri="{9D8B030D-6E8A-4147-A177-3AD203B41FA5}">
                      <a16:colId xmlns:a16="http://schemas.microsoft.com/office/drawing/2014/main" val="2684259350"/>
                    </a:ext>
                  </a:extLst>
                </a:gridCol>
                <a:gridCol w="239623">
                  <a:extLst>
                    <a:ext uri="{9D8B030D-6E8A-4147-A177-3AD203B41FA5}">
                      <a16:colId xmlns:a16="http://schemas.microsoft.com/office/drawing/2014/main" val="1642820484"/>
                    </a:ext>
                  </a:extLst>
                </a:gridCol>
                <a:gridCol w="239623">
                  <a:extLst>
                    <a:ext uri="{9D8B030D-6E8A-4147-A177-3AD203B41FA5}">
                      <a16:colId xmlns:a16="http://schemas.microsoft.com/office/drawing/2014/main" val="477341029"/>
                    </a:ext>
                  </a:extLst>
                </a:gridCol>
                <a:gridCol w="236736">
                  <a:extLst>
                    <a:ext uri="{9D8B030D-6E8A-4147-A177-3AD203B41FA5}">
                      <a16:colId xmlns:a16="http://schemas.microsoft.com/office/drawing/2014/main" val="680890062"/>
                    </a:ext>
                  </a:extLst>
                </a:gridCol>
                <a:gridCol w="2747005">
                  <a:extLst>
                    <a:ext uri="{9D8B030D-6E8A-4147-A177-3AD203B41FA5}">
                      <a16:colId xmlns:a16="http://schemas.microsoft.com/office/drawing/2014/main" val="2713529455"/>
                    </a:ext>
                  </a:extLst>
                </a:gridCol>
              </a:tblGrid>
              <a:tr h="150495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WD =X'05'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609786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Opcode(6)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Disp(12)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4059187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1076- 106E=8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8160058"/>
                  </a:ext>
                </a:extLst>
              </a:tr>
              <a:tr h="150495">
                <a:tc gridSpan="3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1101 11    11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0010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0000 0000 1000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4601575"/>
                  </a:ext>
                </a:extLst>
              </a:tr>
              <a:tr h="150495">
                <a:tc gridSpan="8"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DF2008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15721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5B98425-ADDF-EE18-E44B-17968F166D63}"/>
              </a:ext>
            </a:extLst>
          </p:cNvPr>
          <p:cNvSpPr/>
          <p:nvPr/>
        </p:nvSpPr>
        <p:spPr>
          <a:xfrm>
            <a:off x="3026072" y="3429000"/>
            <a:ext cx="1611712" cy="195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F2A5B2-7FE7-B237-BE5C-A58AEB8E7CF7}"/>
              </a:ext>
            </a:extLst>
          </p:cNvPr>
          <p:cNvSpPr/>
          <p:nvPr/>
        </p:nvSpPr>
        <p:spPr>
          <a:xfrm>
            <a:off x="3014014" y="3969520"/>
            <a:ext cx="1611712" cy="195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186992-852F-CF48-DA52-55B7B66A2F2B}"/>
              </a:ext>
            </a:extLst>
          </p:cNvPr>
          <p:cNvCxnSpPr>
            <a:stCxn id="16" idx="3"/>
          </p:cNvCxnSpPr>
          <p:nvPr/>
        </p:nvCxnSpPr>
        <p:spPr>
          <a:xfrm flipV="1">
            <a:off x="4637784" y="2863034"/>
            <a:ext cx="1980363" cy="663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79861A-8570-8C19-E8E1-9AF8069B86E8}"/>
              </a:ext>
            </a:extLst>
          </p:cNvPr>
          <p:cNvCxnSpPr>
            <a:stCxn id="17" idx="3"/>
          </p:cNvCxnSpPr>
          <p:nvPr/>
        </p:nvCxnSpPr>
        <p:spPr>
          <a:xfrm>
            <a:off x="4625726" y="4067374"/>
            <a:ext cx="2006704" cy="7094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42057FE-BCA0-E55F-86C0-EA95F10E63FB}"/>
              </a:ext>
            </a:extLst>
          </p:cNvPr>
          <p:cNvSpPr txBox="1"/>
          <p:nvPr/>
        </p:nvSpPr>
        <p:spPr>
          <a:xfrm>
            <a:off x="410781" y="46663"/>
            <a:ext cx="6101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400" b="1" dirty="0">
                <a:solidFill>
                  <a:schemeClr val="bg1"/>
                </a:solidFill>
                <a:latin typeface="+mj-lt"/>
                <a:cs typeface="+mj-cs"/>
              </a:rPr>
              <a:t>Literal Table</a:t>
            </a:r>
            <a:endParaRPr lang="ar-EG" sz="4400" dirty="0">
              <a:solidFill>
                <a:schemeClr val="bg1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3851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65439" y="0"/>
            <a:ext cx="6868324" cy="1509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Symbol-Defining Statements (EQU/ORG)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1502010" cy="52134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chemeClr val="accent1"/>
                </a:solidFill>
              </a:rPr>
              <a:t>EQU: </a:t>
            </a:r>
            <a:r>
              <a:rPr lang="en-US" sz="2400" dirty="0"/>
              <a:t>		Symbol </a:t>
            </a:r>
            <a:r>
              <a:rPr lang="en-US" sz="2400" dirty="0">
                <a:solidFill>
                  <a:srgbClr val="0070C0"/>
                </a:solidFill>
              </a:rPr>
              <a:t>EQU</a:t>
            </a:r>
            <a:r>
              <a:rPr lang="en-US" sz="2400" dirty="0"/>
              <a:t> value</a:t>
            </a:r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statement defines the given symbol </a:t>
            </a:r>
            <a:r>
              <a:rPr lang="en-GB" sz="2400" dirty="0"/>
              <a:t>(i.e. enters it into the Symbol Table)</a:t>
            </a:r>
            <a:r>
              <a:rPr lang="en-US" sz="2400" dirty="0"/>
              <a:t> and assigning to it the value specified.</a:t>
            </a:r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value can be a </a:t>
            </a:r>
            <a:r>
              <a:rPr lang="en-US" sz="2400" dirty="0">
                <a:solidFill>
                  <a:srgbClr val="0070C0"/>
                </a:solidFill>
              </a:rPr>
              <a:t>constant or an expression involving constants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Can be used to improve </a:t>
            </a:r>
            <a:r>
              <a:rPr lang="en-US" sz="2400" dirty="0">
                <a:solidFill>
                  <a:srgbClr val="0070C0"/>
                </a:solidFill>
              </a:rPr>
              <a:t>readability</a:t>
            </a:r>
            <a:r>
              <a:rPr lang="en-US" sz="2400" dirty="0"/>
              <a:t> in place of numeric values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u="sng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Instead of:</a:t>
            </a:r>
            <a:endParaRPr lang="en-US" sz="20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4572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+LDT	#4096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u="sng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We can write:</a:t>
            </a:r>
            <a:endParaRPr lang="en-US" sz="20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	       MAXLEN 	EQU	4096</a:t>
            </a: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	= 	MAXLEN	    WORD	     4096</a:t>
            </a:r>
            <a:endParaRPr lang="en-US" sz="20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4572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+LDT	# MAXLEN</a:t>
            </a:r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16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65439" y="0"/>
            <a:ext cx="6868324" cy="1509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Symbol-Defining Statements (EQU/ORG)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85190" y="1776866"/>
            <a:ext cx="11502010" cy="47446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One </a:t>
            </a:r>
            <a:r>
              <a:rPr lang="en-US" sz="2400" dirty="0">
                <a:solidFill>
                  <a:srgbClr val="0070C0"/>
                </a:solidFill>
              </a:rPr>
              <a:t>restriction</a:t>
            </a:r>
            <a:r>
              <a:rPr lang="en-US" sz="2400" dirty="0"/>
              <a:t> with the usage of EQU is </a:t>
            </a:r>
            <a:r>
              <a:rPr lang="en-US" sz="2400" dirty="0">
                <a:solidFill>
                  <a:srgbClr val="0070C0"/>
                </a:solidFill>
              </a:rPr>
              <a:t>whatever symbol occurs in the right-hand side of EQU should be predefined</a:t>
            </a:r>
            <a:r>
              <a:rPr lang="en-US" sz="2400" dirty="0"/>
              <a:t>.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	Ex: the following statement is not valid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		BETA 	     EQU         ALPHA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		ALPHA       RESW       1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As the symbol ALPHA is assigned to BETA before it is defined. The value of ALPHA is not known.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FF0000"/>
                </a:solidFill>
              </a:rPr>
              <a:t>CORRECT: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solidFill>
                  <a:srgbClr val="0070C0"/>
                </a:solidFill>
              </a:rPr>
              <a:t>1000</a:t>
            </a:r>
            <a:r>
              <a:rPr lang="pt-BR" sz="2400" dirty="0"/>
              <a:t>	ALPHA  RESW 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/>
              <a:t>	BETA   EQU   ALPHA		</a:t>
            </a:r>
            <a:r>
              <a:rPr lang="pt-BR" sz="2400" dirty="0">
                <a:solidFill>
                  <a:srgbClr val="0070C0"/>
                </a:solidFill>
              </a:rPr>
              <a:t>BETA=1000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529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265439" y="0"/>
            <a:ext cx="6868324" cy="1509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Symbol-Defining Statements (EQU/ORG)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304074" y="1575461"/>
            <a:ext cx="11502010" cy="604037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chemeClr val="accent1"/>
                </a:solidFill>
              </a:rPr>
              <a:t>ORG: </a:t>
            </a:r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Can be used to indirectly assign values to the symbol (changes the value in the location counter).</a:t>
            </a:r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ORG can be used in label definition.</a:t>
            </a:r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While using ORG, the symbol occurring in the statement should be predefined as is required in EQU statement.</a:t>
            </a:r>
          </a:p>
          <a:p>
            <a:pPr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	</a:t>
            </a:r>
            <a:r>
              <a:rPr lang="en-US" dirty="0"/>
              <a:t>EX:			ORG		ALPHA</a:t>
            </a:r>
          </a:p>
          <a:p>
            <a:pPr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/>
              <a:t>		BYTE1 		RESB		1		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		BYTE2 		RESB		1		</a:t>
            </a:r>
            <a:r>
              <a:rPr lang="en-US" dirty="0">
                <a:solidFill>
                  <a:srgbClr val="FF0000"/>
                </a:solidFill>
              </a:rPr>
              <a:t>NOT ALLOWED, forward referencing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				ORG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		ALPHA 		RESB		1</a:t>
            </a:r>
          </a:p>
          <a:p>
            <a:pPr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/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A2A509-0319-3814-7046-2D96BB8E1FA7}"/>
              </a:ext>
            </a:extLst>
          </p:cNvPr>
          <p:cNvSpPr/>
          <p:nvPr/>
        </p:nvSpPr>
        <p:spPr>
          <a:xfrm>
            <a:off x="2149739" y="6280944"/>
            <a:ext cx="4601581" cy="2165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9782CB-7531-0C3A-B221-DD0AFDA3EBB7}"/>
              </a:ext>
            </a:extLst>
          </p:cNvPr>
          <p:cNvSpPr/>
          <p:nvPr/>
        </p:nvSpPr>
        <p:spPr>
          <a:xfrm>
            <a:off x="5761619" y="4690904"/>
            <a:ext cx="874295" cy="2165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18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313EB3-5F61-74D4-657F-1A5600F8DB02}"/>
              </a:ext>
            </a:extLst>
          </p:cNvPr>
          <p:cNvSpPr txBox="1"/>
          <p:nvPr/>
        </p:nvSpPr>
        <p:spPr>
          <a:xfrm>
            <a:off x="173999" y="390832"/>
            <a:ext cx="6868324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Expressions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471DF-517C-FB5C-B161-4B54EA6B7C96}"/>
              </a:ext>
            </a:extLst>
          </p:cNvPr>
          <p:cNvSpPr txBox="1"/>
          <p:nvPr/>
        </p:nvSpPr>
        <p:spPr>
          <a:xfrm>
            <a:off x="288032" y="1600142"/>
            <a:ext cx="11502010" cy="52581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 be used in the place of operands in the instruction, it should be evaluated to generate a value or address.</a:t>
            </a:r>
          </a:p>
          <a:p>
            <a:pPr marL="342900" marR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Arithmetic operators: +, -, *, /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Expressions: </a:t>
            </a:r>
            <a:endParaRPr lang="en-US" sz="24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"/>
            </a:pPr>
            <a:r>
              <a:rPr lang="en-US" sz="18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Absolute: </a:t>
            </a:r>
            <a:r>
              <a:rPr lang="en-US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Constant Value or relative terms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MAXLEN EQU 1000</a:t>
            </a:r>
          </a:p>
          <a:p>
            <a:pPr marL="91440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MAXLEN EQU BUFEND – BUFFER	(NO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mul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or div in relative terms)</a:t>
            </a: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"/>
            </a:pPr>
            <a:r>
              <a:rPr lang="en-US" sz="18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Relative: </a:t>
            </a:r>
            <a:r>
              <a:rPr lang="en-US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Depends on the starting address of the program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MAXLEN EQU LENGTH+(BUFEND – BUFFER)</a:t>
            </a: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(NO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mul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or div in relative terms)</a:t>
            </a:r>
          </a:p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"/>
            </a:pPr>
            <a:r>
              <a:rPr lang="en-US" sz="18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Neither Absolute Nor Relative: </a:t>
            </a:r>
            <a:r>
              <a:rPr lang="en-US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Consider as errors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BUFEND + BUFFER</a:t>
            </a:r>
          </a:p>
          <a:p>
            <a:pPr marL="91440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100 – BUFFER</a:t>
            </a:r>
          </a:p>
          <a:p>
            <a:pPr marL="91440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3* BUFFER</a:t>
            </a:r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6100C1E8-8DC8-705F-3C82-AABE6633E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913" y="2792364"/>
            <a:ext cx="3403449" cy="177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345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9AD0E1-1B32-7BD9-0A1C-793EF675A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7DD97D-3532-FF0C-49DD-94914A266C14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2DF6-CD1A-F135-FAF3-62E9C72F199D}"/>
              </a:ext>
            </a:extLst>
          </p:cNvPr>
          <p:cNvSpPr/>
          <p:nvPr/>
        </p:nvSpPr>
        <p:spPr>
          <a:xfrm>
            <a:off x="4554109" y="2239618"/>
            <a:ext cx="477079" cy="13890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C1F669-17BC-E4EA-4214-0D7B5E998A54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AA51F5-174A-B84B-44A9-010D9B69BAFC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75BF76-CC14-17D0-D04C-6692F1F9D3A7}"/>
              </a:ext>
            </a:extLst>
          </p:cNvPr>
          <p:cNvSpPr/>
          <p:nvPr/>
        </p:nvSpPr>
        <p:spPr>
          <a:xfrm>
            <a:off x="4554108" y="273657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27F442-77ED-D115-6F50-1644C831A86A}"/>
              </a:ext>
            </a:extLst>
          </p:cNvPr>
          <p:cNvSpPr/>
          <p:nvPr/>
        </p:nvSpPr>
        <p:spPr>
          <a:xfrm>
            <a:off x="455410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3837FE-FAE0-CD96-413A-1B180E9E9B7D}"/>
              </a:ext>
            </a:extLst>
          </p:cNvPr>
          <p:cNvSpPr/>
          <p:nvPr/>
        </p:nvSpPr>
        <p:spPr>
          <a:xfrm>
            <a:off x="455410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FFD1F4-51E0-0414-444B-46465EB22AE6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D42083-4155-3E69-EC4D-07AA187B70D5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5F46D0-31F5-3C85-3CE0-A33C25482913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D760E0-9062-654D-AB8D-744D4E4EB461}"/>
              </a:ext>
            </a:extLst>
          </p:cNvPr>
          <p:cNvSpPr/>
          <p:nvPr/>
        </p:nvSpPr>
        <p:spPr>
          <a:xfrm>
            <a:off x="4533937" y="366332"/>
            <a:ext cx="477079" cy="109451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245FE1-1FBA-7D72-18D7-D88D9EAB3DAC}"/>
              </a:ext>
            </a:extLst>
          </p:cNvPr>
          <p:cNvSpPr/>
          <p:nvPr/>
        </p:nvSpPr>
        <p:spPr>
          <a:xfrm>
            <a:off x="4545859" y="5852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E02D0F-575A-31FB-5154-F9B70CA7DE37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40DF92-DBAA-1E3D-039E-930570CEABC1}"/>
              </a:ext>
            </a:extLst>
          </p:cNvPr>
          <p:cNvSpPr/>
          <p:nvPr/>
        </p:nvSpPr>
        <p:spPr>
          <a:xfrm>
            <a:off x="4539913" y="724382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87359E-A7D6-F9A3-7C3B-9B3F45B1B73E}"/>
              </a:ext>
            </a:extLst>
          </p:cNvPr>
          <p:cNvSpPr/>
          <p:nvPr/>
        </p:nvSpPr>
        <p:spPr>
          <a:xfrm>
            <a:off x="4554104" y="1422953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31A50D-1053-C332-4768-177EFE3C3A15}"/>
              </a:ext>
            </a:extLst>
          </p:cNvPr>
          <p:cNvSpPr/>
          <p:nvPr/>
        </p:nvSpPr>
        <p:spPr>
          <a:xfrm>
            <a:off x="4554103" y="155968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3DE225-E1B1-671D-0C1D-A91C29E9EDC9}"/>
              </a:ext>
            </a:extLst>
          </p:cNvPr>
          <p:cNvSpPr/>
          <p:nvPr/>
        </p:nvSpPr>
        <p:spPr>
          <a:xfrm>
            <a:off x="455410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54C5C4-C269-6AEB-64CD-F9599EC6978A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487CA1-1F76-8417-1580-CDC140E3430C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C63469-BE42-FC41-8C74-4AC2BC7C6713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FFD4A2-64BE-9008-23E3-5B122C177274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F047F1-0FAD-7586-8EDC-6C6069B8FBF0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9A1BFF-CF0E-FEED-5BC1-DC9CCBF50814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4DB115-9B97-B2D3-0F69-C6C99F5647F0}"/>
              </a:ext>
            </a:extLst>
          </p:cNvPr>
          <p:cNvSpPr/>
          <p:nvPr/>
        </p:nvSpPr>
        <p:spPr>
          <a:xfrm>
            <a:off x="455410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F166A9-8CEB-28F2-AAB6-92392ADB9B82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65D90E-0505-FB2F-8C01-3F63C362EEF8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CA75A4-138D-80ED-A7A6-6C9FF74DE93C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25CB68-AF66-8377-BC78-AF53A34E60F4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66C39E-4F7F-7534-7877-C7A32585554E}"/>
              </a:ext>
            </a:extLst>
          </p:cNvPr>
          <p:cNvSpPr/>
          <p:nvPr/>
        </p:nvSpPr>
        <p:spPr>
          <a:xfrm>
            <a:off x="455410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BB52B7-A751-CFD2-19A7-171355B6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25FD37-F1AD-C11B-FB31-A95A194ED267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33F5CB-64DA-8072-3D05-8304E4366283}"/>
              </a:ext>
            </a:extLst>
          </p:cNvPr>
          <p:cNvSpPr/>
          <p:nvPr/>
        </p:nvSpPr>
        <p:spPr>
          <a:xfrm>
            <a:off x="4554109" y="2239618"/>
            <a:ext cx="477079" cy="13890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15A2FE-C5F1-6180-B593-A0AAED7B37FA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9C2E9D-358B-9F25-F860-55418037023B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79EB4B-16B0-7AF6-C5B6-E28A5ECAAFF3}"/>
              </a:ext>
            </a:extLst>
          </p:cNvPr>
          <p:cNvSpPr/>
          <p:nvPr/>
        </p:nvSpPr>
        <p:spPr>
          <a:xfrm>
            <a:off x="4554108" y="273657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A08F10-6139-556D-6A26-8203BA5BE653}"/>
              </a:ext>
            </a:extLst>
          </p:cNvPr>
          <p:cNvSpPr/>
          <p:nvPr/>
        </p:nvSpPr>
        <p:spPr>
          <a:xfrm>
            <a:off x="455410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83FA3D-B02B-5116-9640-7D8405766DCF}"/>
              </a:ext>
            </a:extLst>
          </p:cNvPr>
          <p:cNvSpPr/>
          <p:nvPr/>
        </p:nvSpPr>
        <p:spPr>
          <a:xfrm>
            <a:off x="455410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66B5C4-C533-7808-2E94-EC51A141B140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BAAEFF-DDFA-8932-24C1-08AC6967E785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9CC2C8-666E-C1F1-0ACF-4F373CE49A7B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F9845B-8533-3F12-88D5-3598D4778314}"/>
              </a:ext>
            </a:extLst>
          </p:cNvPr>
          <p:cNvSpPr/>
          <p:nvPr/>
        </p:nvSpPr>
        <p:spPr>
          <a:xfrm>
            <a:off x="4552222" y="585235"/>
            <a:ext cx="477079" cy="139147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B3CF5AD-ABF1-B58B-3C38-6A869C824158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81CFEF-27FC-2247-090F-12F4E49E7681}"/>
              </a:ext>
            </a:extLst>
          </p:cNvPr>
          <p:cNvSpPr/>
          <p:nvPr/>
        </p:nvSpPr>
        <p:spPr>
          <a:xfrm>
            <a:off x="4549961" y="724382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36A9F27-6C13-5D01-6EEB-48E29D4A93EC}"/>
              </a:ext>
            </a:extLst>
          </p:cNvPr>
          <p:cNvSpPr/>
          <p:nvPr/>
        </p:nvSpPr>
        <p:spPr>
          <a:xfrm>
            <a:off x="4554104" y="1422953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2236F03-4A40-B442-DB27-2C007001C59A}"/>
              </a:ext>
            </a:extLst>
          </p:cNvPr>
          <p:cNvSpPr/>
          <p:nvPr/>
        </p:nvSpPr>
        <p:spPr>
          <a:xfrm>
            <a:off x="4554103" y="155968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96969C-E2A4-A3DE-B8C0-9895EF9C03CE}"/>
              </a:ext>
            </a:extLst>
          </p:cNvPr>
          <p:cNvSpPr/>
          <p:nvPr/>
        </p:nvSpPr>
        <p:spPr>
          <a:xfrm>
            <a:off x="455410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D91B08-E462-B748-57E6-B681ACD84087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9B97809-9E3F-EBA2-6D75-1A11216215A5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33BBB2-EE5F-3C3E-2B19-CE8E6EED811B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99CF004-C46F-F872-A373-E3ED7E218ECB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4F4721-D8A2-F90E-F027-CD50C66C96F3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94A0BB2-34F4-5B13-E09A-3140E328B6C9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88AF44A-1F2C-20B4-3DB2-F8EB8AE9ED7F}"/>
              </a:ext>
            </a:extLst>
          </p:cNvPr>
          <p:cNvSpPr/>
          <p:nvPr/>
        </p:nvSpPr>
        <p:spPr>
          <a:xfrm>
            <a:off x="455410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2CDB159-2439-BED6-B672-C0F7EE23DC8B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31D882B-F206-12B4-1B5C-F8A5BCC44459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D6D0A89-EB10-D8C8-3F76-0DF1FC270B3F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0648C0A-274F-3747-6F60-AB53EC822BE0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ECD41A1-63B1-9E5E-0F0C-1666B0A1E980}"/>
              </a:ext>
            </a:extLst>
          </p:cNvPr>
          <p:cNvSpPr/>
          <p:nvPr/>
        </p:nvSpPr>
        <p:spPr>
          <a:xfrm>
            <a:off x="455410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940374D-03F5-BBFA-B9B3-9DC8959A9623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4963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7359E2-28D3-F81B-6453-277EBAB2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8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D615B1-F66E-BF32-1078-9DC2F1598CD0}"/>
              </a:ext>
            </a:extLst>
          </p:cNvPr>
          <p:cNvSpPr/>
          <p:nvPr/>
        </p:nvSpPr>
        <p:spPr>
          <a:xfrm>
            <a:off x="727389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E91BFF-365E-3BA2-E505-11914FFBC9DB}"/>
              </a:ext>
            </a:extLst>
          </p:cNvPr>
          <p:cNvSpPr/>
          <p:nvPr/>
        </p:nvSpPr>
        <p:spPr>
          <a:xfrm>
            <a:off x="4543949" y="2239618"/>
            <a:ext cx="477079" cy="13890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1DB49-9E1F-6414-827B-3EC3E80536D1}"/>
              </a:ext>
            </a:extLst>
          </p:cNvPr>
          <p:cNvSpPr/>
          <p:nvPr/>
        </p:nvSpPr>
        <p:spPr>
          <a:xfrm>
            <a:off x="727987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274CE-3531-8169-FE9C-5C88B6B8C3F1}"/>
              </a:ext>
            </a:extLst>
          </p:cNvPr>
          <p:cNvSpPr/>
          <p:nvPr/>
        </p:nvSpPr>
        <p:spPr>
          <a:xfrm>
            <a:off x="727987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B26789-1306-264B-6064-7B81BE4D9680}"/>
              </a:ext>
            </a:extLst>
          </p:cNvPr>
          <p:cNvSpPr/>
          <p:nvPr/>
        </p:nvSpPr>
        <p:spPr>
          <a:xfrm>
            <a:off x="4543948" y="273657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9D0A2E-8922-1B35-09D0-0BA3B3F9F09B}"/>
              </a:ext>
            </a:extLst>
          </p:cNvPr>
          <p:cNvSpPr/>
          <p:nvPr/>
        </p:nvSpPr>
        <p:spPr>
          <a:xfrm>
            <a:off x="454394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D1ADD2-CFB4-911F-915E-B5FF1AE384EA}"/>
              </a:ext>
            </a:extLst>
          </p:cNvPr>
          <p:cNvSpPr/>
          <p:nvPr/>
        </p:nvSpPr>
        <p:spPr>
          <a:xfrm>
            <a:off x="454394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951DFB-B287-93CF-F6A7-23EEDDDB596E}"/>
              </a:ext>
            </a:extLst>
          </p:cNvPr>
          <p:cNvSpPr/>
          <p:nvPr/>
        </p:nvSpPr>
        <p:spPr>
          <a:xfrm>
            <a:off x="726395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2ADD0F-1A49-A56C-4B21-722BFC5694E9}"/>
              </a:ext>
            </a:extLst>
          </p:cNvPr>
          <p:cNvSpPr/>
          <p:nvPr/>
        </p:nvSpPr>
        <p:spPr>
          <a:xfrm>
            <a:off x="726395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CE3FEE-DFCE-D994-9911-CD0254DE0605}"/>
              </a:ext>
            </a:extLst>
          </p:cNvPr>
          <p:cNvSpPr/>
          <p:nvPr/>
        </p:nvSpPr>
        <p:spPr>
          <a:xfrm>
            <a:off x="454394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00CFAB-77FA-B6CD-52AE-17CCF7AAE8AE}"/>
              </a:ext>
            </a:extLst>
          </p:cNvPr>
          <p:cNvSpPr/>
          <p:nvPr/>
        </p:nvSpPr>
        <p:spPr>
          <a:xfrm>
            <a:off x="454394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A2BAB4-7151-0376-4A03-9742EC8A64EF}"/>
              </a:ext>
            </a:extLst>
          </p:cNvPr>
          <p:cNvSpPr/>
          <p:nvPr/>
        </p:nvSpPr>
        <p:spPr>
          <a:xfrm>
            <a:off x="727389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FE2136-BFC6-D95D-80E8-81694857EF0B}"/>
              </a:ext>
            </a:extLst>
          </p:cNvPr>
          <p:cNvSpPr/>
          <p:nvPr/>
        </p:nvSpPr>
        <p:spPr>
          <a:xfrm>
            <a:off x="4539801" y="724382"/>
            <a:ext cx="477079" cy="109451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3D25CC-0A35-444B-F3C2-A4E23E9CF8D9}"/>
              </a:ext>
            </a:extLst>
          </p:cNvPr>
          <p:cNvSpPr/>
          <p:nvPr/>
        </p:nvSpPr>
        <p:spPr>
          <a:xfrm>
            <a:off x="4543944" y="1422953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A60CD6-AF05-3C50-C2D8-874F6433D880}"/>
              </a:ext>
            </a:extLst>
          </p:cNvPr>
          <p:cNvSpPr/>
          <p:nvPr/>
        </p:nvSpPr>
        <p:spPr>
          <a:xfrm>
            <a:off x="4543943" y="155968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BAE3C2-82A5-D45B-6FF9-0AEFCB1BF2E6}"/>
              </a:ext>
            </a:extLst>
          </p:cNvPr>
          <p:cNvSpPr/>
          <p:nvPr/>
        </p:nvSpPr>
        <p:spPr>
          <a:xfrm>
            <a:off x="454394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4D5C92-C2F8-818D-78F8-BE957F1EB577}"/>
              </a:ext>
            </a:extLst>
          </p:cNvPr>
          <p:cNvSpPr/>
          <p:nvPr/>
        </p:nvSpPr>
        <p:spPr>
          <a:xfrm>
            <a:off x="727987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B248A3-7891-0A58-427C-731EE544840F}"/>
              </a:ext>
            </a:extLst>
          </p:cNvPr>
          <p:cNvSpPr/>
          <p:nvPr/>
        </p:nvSpPr>
        <p:spPr>
          <a:xfrm>
            <a:off x="727987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02891D-05F5-E8D8-4C14-6BCBC970F09B}"/>
              </a:ext>
            </a:extLst>
          </p:cNvPr>
          <p:cNvSpPr/>
          <p:nvPr/>
        </p:nvSpPr>
        <p:spPr>
          <a:xfrm>
            <a:off x="727836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6829AC-2827-DD76-C177-2F8E6AAC9676}"/>
              </a:ext>
            </a:extLst>
          </p:cNvPr>
          <p:cNvSpPr/>
          <p:nvPr/>
        </p:nvSpPr>
        <p:spPr>
          <a:xfrm>
            <a:off x="727987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74FEEB-92E8-8678-2CB8-5B59B58DE928}"/>
              </a:ext>
            </a:extLst>
          </p:cNvPr>
          <p:cNvSpPr/>
          <p:nvPr/>
        </p:nvSpPr>
        <p:spPr>
          <a:xfrm>
            <a:off x="727886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508DD4-6DA7-FDDC-3669-203A30DDCF11}"/>
              </a:ext>
            </a:extLst>
          </p:cNvPr>
          <p:cNvSpPr/>
          <p:nvPr/>
        </p:nvSpPr>
        <p:spPr>
          <a:xfrm>
            <a:off x="726395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3DC5E0-9385-F020-D9D1-34F9BD691B6A}"/>
              </a:ext>
            </a:extLst>
          </p:cNvPr>
          <p:cNvSpPr/>
          <p:nvPr/>
        </p:nvSpPr>
        <p:spPr>
          <a:xfrm>
            <a:off x="454394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547EDE-41FE-B7B1-C964-CD186E1E2CC0}"/>
              </a:ext>
            </a:extLst>
          </p:cNvPr>
          <p:cNvSpPr/>
          <p:nvPr/>
        </p:nvSpPr>
        <p:spPr>
          <a:xfrm>
            <a:off x="454394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087FDF-F4B2-B8F7-9F0D-E2CEE21101AB}"/>
              </a:ext>
            </a:extLst>
          </p:cNvPr>
          <p:cNvSpPr/>
          <p:nvPr/>
        </p:nvSpPr>
        <p:spPr>
          <a:xfrm>
            <a:off x="726395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EF324E-AA49-A417-7322-D8DA34DC037A}"/>
              </a:ext>
            </a:extLst>
          </p:cNvPr>
          <p:cNvSpPr/>
          <p:nvPr/>
        </p:nvSpPr>
        <p:spPr>
          <a:xfrm>
            <a:off x="726395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45C954-22EA-2C89-738B-D28AAA6327AD}"/>
              </a:ext>
            </a:extLst>
          </p:cNvPr>
          <p:cNvSpPr/>
          <p:nvPr/>
        </p:nvSpPr>
        <p:spPr>
          <a:xfrm>
            <a:off x="454394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A144A0-450D-8806-A900-85727A86915C}"/>
              </a:ext>
            </a:extLst>
          </p:cNvPr>
          <p:cNvSpPr/>
          <p:nvPr/>
        </p:nvSpPr>
        <p:spPr>
          <a:xfrm>
            <a:off x="454394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FA7F9F-3E59-41E2-4C0C-69A000F7D6D2}"/>
              </a:ext>
            </a:extLst>
          </p:cNvPr>
          <p:cNvSpPr/>
          <p:nvPr/>
        </p:nvSpPr>
        <p:spPr>
          <a:xfrm>
            <a:off x="454394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72416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9DB06CB-8F77-570B-513A-21A29188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80" y="0"/>
            <a:ext cx="404100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3F54DC9B-C893-F405-ACEE-2DA31743FA6C}"/>
              </a:ext>
            </a:extLst>
          </p:cNvPr>
          <p:cNvSpPr/>
          <p:nvPr/>
        </p:nvSpPr>
        <p:spPr>
          <a:xfrm>
            <a:off x="727389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D80C4B-D4E1-588B-82AE-B4AD385CFE68}"/>
              </a:ext>
            </a:extLst>
          </p:cNvPr>
          <p:cNvSpPr/>
          <p:nvPr/>
        </p:nvSpPr>
        <p:spPr>
          <a:xfrm>
            <a:off x="4543949" y="2239618"/>
            <a:ext cx="477079" cy="13890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131137-C396-DBD5-41B2-44B601576245}"/>
              </a:ext>
            </a:extLst>
          </p:cNvPr>
          <p:cNvSpPr/>
          <p:nvPr/>
        </p:nvSpPr>
        <p:spPr>
          <a:xfrm>
            <a:off x="727987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019E37-AA42-3AFB-2DC7-6139BF5FEF1F}"/>
              </a:ext>
            </a:extLst>
          </p:cNvPr>
          <p:cNvSpPr/>
          <p:nvPr/>
        </p:nvSpPr>
        <p:spPr>
          <a:xfrm>
            <a:off x="727987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44600A-7A70-1437-B302-8DA19C7B2BF6}"/>
              </a:ext>
            </a:extLst>
          </p:cNvPr>
          <p:cNvSpPr/>
          <p:nvPr/>
        </p:nvSpPr>
        <p:spPr>
          <a:xfrm>
            <a:off x="4543948" y="273657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030844-CEA6-B93F-A0DF-69072FDE4ADE}"/>
              </a:ext>
            </a:extLst>
          </p:cNvPr>
          <p:cNvSpPr/>
          <p:nvPr/>
        </p:nvSpPr>
        <p:spPr>
          <a:xfrm>
            <a:off x="454394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222319-D4B0-54DD-BC47-015335863B61}"/>
              </a:ext>
            </a:extLst>
          </p:cNvPr>
          <p:cNvSpPr/>
          <p:nvPr/>
        </p:nvSpPr>
        <p:spPr>
          <a:xfrm>
            <a:off x="454394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4738D9-F5AB-34AD-5873-F1F3612FB5D7}"/>
              </a:ext>
            </a:extLst>
          </p:cNvPr>
          <p:cNvSpPr/>
          <p:nvPr/>
        </p:nvSpPr>
        <p:spPr>
          <a:xfrm>
            <a:off x="726395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2054DB-95C4-58DD-A560-4A5C01D2A023}"/>
              </a:ext>
            </a:extLst>
          </p:cNvPr>
          <p:cNvSpPr/>
          <p:nvPr/>
        </p:nvSpPr>
        <p:spPr>
          <a:xfrm>
            <a:off x="726395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C78A1-3391-4D52-8B17-5C264E58ECB9}"/>
              </a:ext>
            </a:extLst>
          </p:cNvPr>
          <p:cNvSpPr/>
          <p:nvPr/>
        </p:nvSpPr>
        <p:spPr>
          <a:xfrm>
            <a:off x="454394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D571E4-206C-76B6-3DFC-5D4FC9945CE8}"/>
              </a:ext>
            </a:extLst>
          </p:cNvPr>
          <p:cNvSpPr/>
          <p:nvPr/>
        </p:nvSpPr>
        <p:spPr>
          <a:xfrm>
            <a:off x="454394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C89A6F-A002-21B4-80F8-4C876BE3E4F5}"/>
              </a:ext>
            </a:extLst>
          </p:cNvPr>
          <p:cNvSpPr/>
          <p:nvPr/>
        </p:nvSpPr>
        <p:spPr>
          <a:xfrm>
            <a:off x="727389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4395FE-B1EE-D014-6E35-41FE87949B1B}"/>
              </a:ext>
            </a:extLst>
          </p:cNvPr>
          <p:cNvSpPr/>
          <p:nvPr/>
        </p:nvSpPr>
        <p:spPr>
          <a:xfrm>
            <a:off x="454482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C19E6C4-4322-49E6-0E24-8A178B577D62}"/>
              </a:ext>
            </a:extLst>
          </p:cNvPr>
          <p:cNvSpPr/>
          <p:nvPr/>
        </p:nvSpPr>
        <p:spPr>
          <a:xfrm>
            <a:off x="4543944" y="1422953"/>
            <a:ext cx="477079" cy="139147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123EB7A-B561-DD6C-633B-31B49BCB0D02}"/>
              </a:ext>
            </a:extLst>
          </p:cNvPr>
          <p:cNvSpPr/>
          <p:nvPr/>
        </p:nvSpPr>
        <p:spPr>
          <a:xfrm>
            <a:off x="4543943" y="155968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9C0A120-7B89-3A69-3D07-C2BC277B93EF}"/>
              </a:ext>
            </a:extLst>
          </p:cNvPr>
          <p:cNvSpPr/>
          <p:nvPr/>
        </p:nvSpPr>
        <p:spPr>
          <a:xfrm>
            <a:off x="454394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A00F39E-0BCF-6E35-44D3-33823AE02023}"/>
              </a:ext>
            </a:extLst>
          </p:cNvPr>
          <p:cNvSpPr/>
          <p:nvPr/>
        </p:nvSpPr>
        <p:spPr>
          <a:xfrm>
            <a:off x="727987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21E8637-D8F7-3029-C607-586244A5AC4E}"/>
              </a:ext>
            </a:extLst>
          </p:cNvPr>
          <p:cNvSpPr/>
          <p:nvPr/>
        </p:nvSpPr>
        <p:spPr>
          <a:xfrm>
            <a:off x="727987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E720857-CC78-88F0-CC35-A9662C534953}"/>
              </a:ext>
            </a:extLst>
          </p:cNvPr>
          <p:cNvSpPr/>
          <p:nvPr/>
        </p:nvSpPr>
        <p:spPr>
          <a:xfrm>
            <a:off x="727836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51E57D-D1C9-3E2A-C972-1C98CA3998DA}"/>
              </a:ext>
            </a:extLst>
          </p:cNvPr>
          <p:cNvSpPr/>
          <p:nvPr/>
        </p:nvSpPr>
        <p:spPr>
          <a:xfrm>
            <a:off x="727987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C054265-92D7-A67E-74B3-546F0040B05F}"/>
              </a:ext>
            </a:extLst>
          </p:cNvPr>
          <p:cNvSpPr/>
          <p:nvPr/>
        </p:nvSpPr>
        <p:spPr>
          <a:xfrm>
            <a:off x="727886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8BED2D1-0337-8D57-21DB-FD606BFBAEF7}"/>
              </a:ext>
            </a:extLst>
          </p:cNvPr>
          <p:cNvSpPr/>
          <p:nvPr/>
        </p:nvSpPr>
        <p:spPr>
          <a:xfrm>
            <a:off x="726395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D32621-0E11-D999-D6F1-6C4D7D50DBC9}"/>
              </a:ext>
            </a:extLst>
          </p:cNvPr>
          <p:cNvSpPr/>
          <p:nvPr/>
        </p:nvSpPr>
        <p:spPr>
          <a:xfrm>
            <a:off x="454394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585B60-591E-5FAF-6949-DA2DA9113EF2}"/>
              </a:ext>
            </a:extLst>
          </p:cNvPr>
          <p:cNvSpPr/>
          <p:nvPr/>
        </p:nvSpPr>
        <p:spPr>
          <a:xfrm>
            <a:off x="454394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FA7F5E-7BA8-8EB7-BD4C-CE32CB341A8E}"/>
              </a:ext>
            </a:extLst>
          </p:cNvPr>
          <p:cNvSpPr/>
          <p:nvPr/>
        </p:nvSpPr>
        <p:spPr>
          <a:xfrm>
            <a:off x="726395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FD6B81E-0676-9D57-083A-BDB3F92A56B0}"/>
              </a:ext>
            </a:extLst>
          </p:cNvPr>
          <p:cNvSpPr/>
          <p:nvPr/>
        </p:nvSpPr>
        <p:spPr>
          <a:xfrm>
            <a:off x="726395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9DCD44-5A64-7245-0313-A5F42626189A}"/>
              </a:ext>
            </a:extLst>
          </p:cNvPr>
          <p:cNvSpPr/>
          <p:nvPr/>
        </p:nvSpPr>
        <p:spPr>
          <a:xfrm>
            <a:off x="454394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612DB5C-7478-9E7A-0059-D649A4CEE13B}"/>
              </a:ext>
            </a:extLst>
          </p:cNvPr>
          <p:cNvSpPr/>
          <p:nvPr/>
        </p:nvSpPr>
        <p:spPr>
          <a:xfrm>
            <a:off x="454394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F203BFE-8859-F7A6-3535-8059E8699B3C}"/>
              </a:ext>
            </a:extLst>
          </p:cNvPr>
          <p:cNvSpPr/>
          <p:nvPr/>
        </p:nvSpPr>
        <p:spPr>
          <a:xfrm>
            <a:off x="454394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8720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5EB952-595E-2573-AEE0-6D76B272B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36047F-16DF-E3A2-A373-666AD6481527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6D6F4-9321-42FB-4D9D-D1C466FA7611}"/>
              </a:ext>
            </a:extLst>
          </p:cNvPr>
          <p:cNvSpPr/>
          <p:nvPr/>
        </p:nvSpPr>
        <p:spPr>
          <a:xfrm>
            <a:off x="4554109" y="2239618"/>
            <a:ext cx="477079" cy="13890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E76F5-BE81-C956-B817-E8C10AD48B0C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E27EE-BCE6-EFE8-6B0F-71C5771D750B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9A007-247A-6F15-3B33-D6C451DC7B98}"/>
              </a:ext>
            </a:extLst>
          </p:cNvPr>
          <p:cNvSpPr/>
          <p:nvPr/>
        </p:nvSpPr>
        <p:spPr>
          <a:xfrm>
            <a:off x="4554108" y="273657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87373F-AA02-69C6-A6E0-FC48AF49E055}"/>
              </a:ext>
            </a:extLst>
          </p:cNvPr>
          <p:cNvSpPr/>
          <p:nvPr/>
        </p:nvSpPr>
        <p:spPr>
          <a:xfrm>
            <a:off x="455410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C2E0C9-4356-D39E-CA67-344E50A22F9C}"/>
              </a:ext>
            </a:extLst>
          </p:cNvPr>
          <p:cNvSpPr/>
          <p:nvPr/>
        </p:nvSpPr>
        <p:spPr>
          <a:xfrm>
            <a:off x="455410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768C9-6A3B-E05E-EA6F-D19E5CD7D321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029385-2EB4-659C-091B-3506F33CD52E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20E453-98AE-CF62-2BA3-CFE38AE910E3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7AAD8F-6084-EE2A-27D5-EDD536B72CDE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8DFAE7-62DA-0BEB-5A6D-1A6332999AF1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8B38DC-1B17-C5AB-841C-459A772888D9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AF0F13-561D-D497-4B19-24E3A9B689B6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AA5B3-02F0-36DD-7CDA-C920FBC43F1C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875907-9410-505A-0792-6B87CC317AD2}"/>
              </a:ext>
            </a:extLst>
          </p:cNvPr>
          <p:cNvSpPr/>
          <p:nvPr/>
        </p:nvSpPr>
        <p:spPr>
          <a:xfrm>
            <a:off x="455410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986C85-2B58-2FE0-A55F-5A3CC11FB8AE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111F6-3615-9744-1253-334245FE94E0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83B965-61DE-28A3-C861-C743B449CC81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57DDA8-18C5-DBEC-D00D-6E33469D61A7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94DFE0-8D11-B296-1087-0876A4AFA443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CF3316-98EA-FA89-2120-0D5E599F3FE5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AC6B80-2B25-E019-220F-D781D53C650F}"/>
              </a:ext>
            </a:extLst>
          </p:cNvPr>
          <p:cNvSpPr/>
          <p:nvPr/>
        </p:nvSpPr>
        <p:spPr>
          <a:xfrm>
            <a:off x="455410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3E724-1213-F0BA-2D3A-326A0DBDA7A7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CB3425-4A3D-BCAF-19CC-C8F01E4D64C8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9BEEE0-01AE-1FA0-40AB-7BAE3507891F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7C2899-ADDF-5CFD-2952-38FB3A0C9192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7FA739-11B2-CCD0-4710-A2068E6EDAB2}"/>
              </a:ext>
            </a:extLst>
          </p:cNvPr>
          <p:cNvSpPr/>
          <p:nvPr/>
        </p:nvSpPr>
        <p:spPr>
          <a:xfrm>
            <a:off x="455410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0E9C9D-AA97-6FD2-0E45-2F5D7226661B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87062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631AA6-24A4-DF01-CBC0-EE4C8C1D4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56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C47D73-69D9-80B5-FC2D-817575DB6247}"/>
              </a:ext>
            </a:extLst>
          </p:cNvPr>
          <p:cNvSpPr/>
          <p:nvPr/>
        </p:nvSpPr>
        <p:spPr>
          <a:xfrm>
            <a:off x="720277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BEE730-3755-B8D0-7D21-CFD4D74F1342}"/>
              </a:ext>
            </a:extLst>
          </p:cNvPr>
          <p:cNvSpPr/>
          <p:nvPr/>
        </p:nvSpPr>
        <p:spPr>
          <a:xfrm>
            <a:off x="4472829" y="2257422"/>
            <a:ext cx="477079" cy="12110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F3B65-0FF9-67B8-EFC8-E75D2E0B8ED0}"/>
              </a:ext>
            </a:extLst>
          </p:cNvPr>
          <p:cNvSpPr/>
          <p:nvPr/>
        </p:nvSpPr>
        <p:spPr>
          <a:xfrm>
            <a:off x="720875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35DFE-9941-30B6-B5C7-CC5439D9B4B1}"/>
              </a:ext>
            </a:extLst>
          </p:cNvPr>
          <p:cNvSpPr/>
          <p:nvPr/>
        </p:nvSpPr>
        <p:spPr>
          <a:xfrm>
            <a:off x="720875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35EDE-A6FD-C60B-024E-4273BAB3295A}"/>
              </a:ext>
            </a:extLst>
          </p:cNvPr>
          <p:cNvSpPr/>
          <p:nvPr/>
        </p:nvSpPr>
        <p:spPr>
          <a:xfrm>
            <a:off x="4472828" y="273657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C2F935-191E-D658-AFC0-08828D97F455}"/>
              </a:ext>
            </a:extLst>
          </p:cNvPr>
          <p:cNvSpPr/>
          <p:nvPr/>
        </p:nvSpPr>
        <p:spPr>
          <a:xfrm>
            <a:off x="447282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8415C1-E3EC-9D7A-5CDD-F8D7FA2C21EA}"/>
              </a:ext>
            </a:extLst>
          </p:cNvPr>
          <p:cNvSpPr/>
          <p:nvPr/>
        </p:nvSpPr>
        <p:spPr>
          <a:xfrm>
            <a:off x="447282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44FD64-ABBD-6B03-A23A-F5ACCDBE3292}"/>
              </a:ext>
            </a:extLst>
          </p:cNvPr>
          <p:cNvSpPr/>
          <p:nvPr/>
        </p:nvSpPr>
        <p:spPr>
          <a:xfrm>
            <a:off x="719283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D21212-3770-E611-1DF6-9F93450B39B3}"/>
              </a:ext>
            </a:extLst>
          </p:cNvPr>
          <p:cNvSpPr/>
          <p:nvPr/>
        </p:nvSpPr>
        <p:spPr>
          <a:xfrm>
            <a:off x="719283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0F1C59-0908-BF0A-FCCA-C6782BCC1C9B}"/>
              </a:ext>
            </a:extLst>
          </p:cNvPr>
          <p:cNvSpPr/>
          <p:nvPr/>
        </p:nvSpPr>
        <p:spPr>
          <a:xfrm>
            <a:off x="447282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FD6936-7397-AD4F-3DAF-64B9D03A9B4B}"/>
              </a:ext>
            </a:extLst>
          </p:cNvPr>
          <p:cNvSpPr/>
          <p:nvPr/>
        </p:nvSpPr>
        <p:spPr>
          <a:xfrm>
            <a:off x="447282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A067C0-C683-991C-DC97-24568BAD8222}"/>
              </a:ext>
            </a:extLst>
          </p:cNvPr>
          <p:cNvSpPr/>
          <p:nvPr/>
        </p:nvSpPr>
        <p:spPr>
          <a:xfrm>
            <a:off x="720277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3C8109-942A-F93F-2079-585E832945FA}"/>
              </a:ext>
            </a:extLst>
          </p:cNvPr>
          <p:cNvSpPr/>
          <p:nvPr/>
        </p:nvSpPr>
        <p:spPr>
          <a:xfrm>
            <a:off x="447370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C0E719-6F93-6096-2C3C-08A6DC755012}"/>
              </a:ext>
            </a:extLst>
          </p:cNvPr>
          <p:cNvSpPr/>
          <p:nvPr/>
        </p:nvSpPr>
        <p:spPr>
          <a:xfrm>
            <a:off x="447282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F6281F-10B9-7832-12CC-2CDAF3B6AC8F}"/>
              </a:ext>
            </a:extLst>
          </p:cNvPr>
          <p:cNvSpPr/>
          <p:nvPr/>
        </p:nvSpPr>
        <p:spPr>
          <a:xfrm>
            <a:off x="447282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A3774-2A1D-49C8-3CB4-F243032390CA}"/>
              </a:ext>
            </a:extLst>
          </p:cNvPr>
          <p:cNvSpPr/>
          <p:nvPr/>
        </p:nvSpPr>
        <p:spPr>
          <a:xfrm>
            <a:off x="4472823" y="2132846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65215-30CB-22A4-6D89-A82358126587}"/>
              </a:ext>
            </a:extLst>
          </p:cNvPr>
          <p:cNvSpPr/>
          <p:nvPr/>
        </p:nvSpPr>
        <p:spPr>
          <a:xfrm>
            <a:off x="720875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47E577-ABC6-8698-C84A-D88BEA40B92F}"/>
              </a:ext>
            </a:extLst>
          </p:cNvPr>
          <p:cNvSpPr/>
          <p:nvPr/>
        </p:nvSpPr>
        <p:spPr>
          <a:xfrm>
            <a:off x="720875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920354-A8E6-1F9D-7B06-1E11AE6A07D4}"/>
              </a:ext>
            </a:extLst>
          </p:cNvPr>
          <p:cNvSpPr/>
          <p:nvPr/>
        </p:nvSpPr>
        <p:spPr>
          <a:xfrm>
            <a:off x="720724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D38D4E-902B-6E7B-69AA-ACBC9D379639}"/>
              </a:ext>
            </a:extLst>
          </p:cNvPr>
          <p:cNvSpPr/>
          <p:nvPr/>
        </p:nvSpPr>
        <p:spPr>
          <a:xfrm>
            <a:off x="720875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27C339-532A-A219-952E-9316C3981E49}"/>
              </a:ext>
            </a:extLst>
          </p:cNvPr>
          <p:cNvSpPr/>
          <p:nvPr/>
        </p:nvSpPr>
        <p:spPr>
          <a:xfrm>
            <a:off x="720774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7185F4-C0BA-7217-F5AE-1EE59F6F447B}"/>
              </a:ext>
            </a:extLst>
          </p:cNvPr>
          <p:cNvSpPr/>
          <p:nvPr/>
        </p:nvSpPr>
        <p:spPr>
          <a:xfrm>
            <a:off x="719283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FF41F1-E4DE-C554-A526-07564672429A}"/>
              </a:ext>
            </a:extLst>
          </p:cNvPr>
          <p:cNvSpPr/>
          <p:nvPr/>
        </p:nvSpPr>
        <p:spPr>
          <a:xfrm>
            <a:off x="447282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1E9CD8-0146-2518-F777-73CA280E006E}"/>
              </a:ext>
            </a:extLst>
          </p:cNvPr>
          <p:cNvSpPr/>
          <p:nvPr/>
        </p:nvSpPr>
        <p:spPr>
          <a:xfrm>
            <a:off x="447282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F03C52-4B4B-94D2-82B0-317A67704E22}"/>
              </a:ext>
            </a:extLst>
          </p:cNvPr>
          <p:cNvSpPr/>
          <p:nvPr/>
        </p:nvSpPr>
        <p:spPr>
          <a:xfrm>
            <a:off x="719283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88D5C6-3566-165F-4F94-6C0722E10696}"/>
              </a:ext>
            </a:extLst>
          </p:cNvPr>
          <p:cNvSpPr/>
          <p:nvPr/>
        </p:nvSpPr>
        <p:spPr>
          <a:xfrm>
            <a:off x="719283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2E48A0-B4B5-83AE-2312-F868BB975F66}"/>
              </a:ext>
            </a:extLst>
          </p:cNvPr>
          <p:cNvSpPr/>
          <p:nvPr/>
        </p:nvSpPr>
        <p:spPr>
          <a:xfrm>
            <a:off x="447282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8992C3-C18D-E03E-F49C-6517B9258FB7}"/>
              </a:ext>
            </a:extLst>
          </p:cNvPr>
          <p:cNvSpPr/>
          <p:nvPr/>
        </p:nvSpPr>
        <p:spPr>
          <a:xfrm>
            <a:off x="447282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8D2EF5-9859-A038-E681-C3C9D27B8B36}"/>
              </a:ext>
            </a:extLst>
          </p:cNvPr>
          <p:cNvSpPr/>
          <p:nvPr/>
        </p:nvSpPr>
        <p:spPr>
          <a:xfrm>
            <a:off x="447282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35376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97A4564-0C81-B137-79F6-65E447069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20" y="0"/>
            <a:ext cx="404100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B3C927E-9076-8189-50BE-DF09A289FAC8}"/>
              </a:ext>
            </a:extLst>
          </p:cNvPr>
          <p:cNvSpPr/>
          <p:nvPr/>
        </p:nvSpPr>
        <p:spPr>
          <a:xfrm>
            <a:off x="726373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080C81-F73B-3A9D-F316-B3A8E631B37D}"/>
              </a:ext>
            </a:extLst>
          </p:cNvPr>
          <p:cNvSpPr/>
          <p:nvPr/>
        </p:nvSpPr>
        <p:spPr>
          <a:xfrm>
            <a:off x="726971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3058C4-048F-210C-A1DA-677C6A369B3E}"/>
              </a:ext>
            </a:extLst>
          </p:cNvPr>
          <p:cNvSpPr/>
          <p:nvPr/>
        </p:nvSpPr>
        <p:spPr>
          <a:xfrm>
            <a:off x="726971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A4183A-264A-8D3F-C17D-E7AA6A908FD3}"/>
              </a:ext>
            </a:extLst>
          </p:cNvPr>
          <p:cNvSpPr/>
          <p:nvPr/>
        </p:nvSpPr>
        <p:spPr>
          <a:xfrm>
            <a:off x="4533788" y="273657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2D9E27-1B58-5961-F90C-A4018F5F4263}"/>
              </a:ext>
            </a:extLst>
          </p:cNvPr>
          <p:cNvSpPr/>
          <p:nvPr/>
        </p:nvSpPr>
        <p:spPr>
          <a:xfrm>
            <a:off x="453378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1930AA-996E-314F-E746-AA422D9782C2}"/>
              </a:ext>
            </a:extLst>
          </p:cNvPr>
          <p:cNvSpPr/>
          <p:nvPr/>
        </p:nvSpPr>
        <p:spPr>
          <a:xfrm>
            <a:off x="453378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6A71AA-40A1-033F-CD70-4D18C2C973AC}"/>
              </a:ext>
            </a:extLst>
          </p:cNvPr>
          <p:cNvSpPr/>
          <p:nvPr/>
        </p:nvSpPr>
        <p:spPr>
          <a:xfrm>
            <a:off x="725379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A11402F-DBA5-CD11-4410-D5B804B804BB}"/>
              </a:ext>
            </a:extLst>
          </p:cNvPr>
          <p:cNvSpPr/>
          <p:nvPr/>
        </p:nvSpPr>
        <p:spPr>
          <a:xfrm>
            <a:off x="725379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D2174-109E-A3C5-6C80-3A305212837C}"/>
              </a:ext>
            </a:extLst>
          </p:cNvPr>
          <p:cNvSpPr/>
          <p:nvPr/>
        </p:nvSpPr>
        <p:spPr>
          <a:xfrm>
            <a:off x="453378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2BE8485-7FA0-A2E1-0A5A-F7AA633B1C65}"/>
              </a:ext>
            </a:extLst>
          </p:cNvPr>
          <p:cNvSpPr/>
          <p:nvPr/>
        </p:nvSpPr>
        <p:spPr>
          <a:xfrm>
            <a:off x="453378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640BB3-26DD-830F-8F04-5EC886BEEAAE}"/>
              </a:ext>
            </a:extLst>
          </p:cNvPr>
          <p:cNvSpPr/>
          <p:nvPr/>
        </p:nvSpPr>
        <p:spPr>
          <a:xfrm>
            <a:off x="726373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333006-EB52-73CD-48C3-6A68F1412AD9}"/>
              </a:ext>
            </a:extLst>
          </p:cNvPr>
          <p:cNvSpPr/>
          <p:nvPr/>
        </p:nvSpPr>
        <p:spPr>
          <a:xfrm>
            <a:off x="453466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04C99B-B6C8-9F4E-51F9-C9AD6018503D}"/>
              </a:ext>
            </a:extLst>
          </p:cNvPr>
          <p:cNvSpPr/>
          <p:nvPr/>
        </p:nvSpPr>
        <p:spPr>
          <a:xfrm>
            <a:off x="453378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C3A9599-7E90-E3F3-4ACD-1B1081732A90}"/>
              </a:ext>
            </a:extLst>
          </p:cNvPr>
          <p:cNvSpPr/>
          <p:nvPr/>
        </p:nvSpPr>
        <p:spPr>
          <a:xfrm>
            <a:off x="453378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A133A89-BBD8-FA68-C90A-9274CC1C1C29}"/>
              </a:ext>
            </a:extLst>
          </p:cNvPr>
          <p:cNvSpPr/>
          <p:nvPr/>
        </p:nvSpPr>
        <p:spPr>
          <a:xfrm>
            <a:off x="4533782" y="2268209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212F6F4-3D3E-DB45-E462-94C68F0DE219}"/>
              </a:ext>
            </a:extLst>
          </p:cNvPr>
          <p:cNvSpPr/>
          <p:nvPr/>
        </p:nvSpPr>
        <p:spPr>
          <a:xfrm>
            <a:off x="726971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FF51A86-6269-0B18-905F-E70C453031AA}"/>
              </a:ext>
            </a:extLst>
          </p:cNvPr>
          <p:cNvSpPr/>
          <p:nvPr/>
        </p:nvSpPr>
        <p:spPr>
          <a:xfrm>
            <a:off x="726971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57557E6-6E11-F1FB-2641-C0EE16CA379F}"/>
              </a:ext>
            </a:extLst>
          </p:cNvPr>
          <p:cNvSpPr/>
          <p:nvPr/>
        </p:nvSpPr>
        <p:spPr>
          <a:xfrm>
            <a:off x="726820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3651602-E629-2102-74C4-C380DBD5A46F}"/>
              </a:ext>
            </a:extLst>
          </p:cNvPr>
          <p:cNvSpPr/>
          <p:nvPr/>
        </p:nvSpPr>
        <p:spPr>
          <a:xfrm>
            <a:off x="726971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09A4445-235C-FDB4-B86B-2394151A9B69}"/>
              </a:ext>
            </a:extLst>
          </p:cNvPr>
          <p:cNvSpPr/>
          <p:nvPr/>
        </p:nvSpPr>
        <p:spPr>
          <a:xfrm>
            <a:off x="726870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A78C22-0A54-72FC-8A71-FDEE91EF6EAF}"/>
              </a:ext>
            </a:extLst>
          </p:cNvPr>
          <p:cNvSpPr/>
          <p:nvPr/>
        </p:nvSpPr>
        <p:spPr>
          <a:xfrm>
            <a:off x="725379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76C1B7-7381-B0D8-5343-982383B89752}"/>
              </a:ext>
            </a:extLst>
          </p:cNvPr>
          <p:cNvSpPr/>
          <p:nvPr/>
        </p:nvSpPr>
        <p:spPr>
          <a:xfrm>
            <a:off x="453378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8B21643-73EF-F255-275B-E15B300FC0BE}"/>
              </a:ext>
            </a:extLst>
          </p:cNvPr>
          <p:cNvSpPr/>
          <p:nvPr/>
        </p:nvSpPr>
        <p:spPr>
          <a:xfrm>
            <a:off x="453378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D7E79A2-1724-2A6A-8194-4FC3DB103471}"/>
              </a:ext>
            </a:extLst>
          </p:cNvPr>
          <p:cNvSpPr/>
          <p:nvPr/>
        </p:nvSpPr>
        <p:spPr>
          <a:xfrm>
            <a:off x="725379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15508A-4550-3F7F-55CF-3DDD5EBB2254}"/>
              </a:ext>
            </a:extLst>
          </p:cNvPr>
          <p:cNvSpPr/>
          <p:nvPr/>
        </p:nvSpPr>
        <p:spPr>
          <a:xfrm>
            <a:off x="725379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8A26286-D31D-7ABE-3A08-74BA0FC23F80}"/>
              </a:ext>
            </a:extLst>
          </p:cNvPr>
          <p:cNvSpPr/>
          <p:nvPr/>
        </p:nvSpPr>
        <p:spPr>
          <a:xfrm>
            <a:off x="453378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F411407-74F9-C243-CABE-400E028289F6}"/>
              </a:ext>
            </a:extLst>
          </p:cNvPr>
          <p:cNvSpPr/>
          <p:nvPr/>
        </p:nvSpPr>
        <p:spPr>
          <a:xfrm>
            <a:off x="453378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0F5FB1F-7D08-FFBD-2FBD-931D5E0D7902}"/>
              </a:ext>
            </a:extLst>
          </p:cNvPr>
          <p:cNvSpPr/>
          <p:nvPr/>
        </p:nvSpPr>
        <p:spPr>
          <a:xfrm>
            <a:off x="453378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E0665DC-50FA-DC16-D3CB-F5C4C752B7AF}"/>
              </a:ext>
            </a:extLst>
          </p:cNvPr>
          <p:cNvSpPr/>
          <p:nvPr/>
        </p:nvSpPr>
        <p:spPr>
          <a:xfrm>
            <a:off x="453378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821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B9B02A-892B-B58A-FF81-C064AAE7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6C16E8-75DE-EC35-3CAC-4436056220C6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030E5-A1E8-7162-4E8F-6102BF6310BB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E76C47-F0D7-F199-84C3-0001404B8C3D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7239B-C7E3-BE63-267A-4AF8D883AE9F}"/>
              </a:ext>
            </a:extLst>
          </p:cNvPr>
          <p:cNvSpPr/>
          <p:nvPr/>
        </p:nvSpPr>
        <p:spPr>
          <a:xfrm>
            <a:off x="4554108" y="287572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3F98A-BD70-C57B-D384-B0A503E531D2}"/>
              </a:ext>
            </a:extLst>
          </p:cNvPr>
          <p:cNvSpPr/>
          <p:nvPr/>
        </p:nvSpPr>
        <p:spPr>
          <a:xfrm>
            <a:off x="455410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AF783-AE59-A6F6-8BEB-440BB0A674E9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B20C04-439C-1A4E-C171-836D7F429E98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8547B2-8891-1B83-9257-27DC58745109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D07A9D-6D5B-8575-BD2A-FDC1155B1316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EBD901-5705-B73F-A5FF-882DB4260F07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630BB7-0751-E6EE-6FD4-268EC977EABB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E95058-1BE7-C15D-FCCA-32BF94E72BAA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23BD79-AA67-B85C-AD7C-4993DC1B9753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ED97DD-0E01-0022-2DE4-313476BF8CF3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2D0221-AE57-17AB-B79C-78016BF31992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B8533B-8547-61B6-CFE8-BFB16143DE82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4F47B4-BD08-7755-444F-8EC47A380E98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62B6E8-45BA-0198-35B5-D9DD6AFA4017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38C264-A63E-7C6A-BD30-F182DD2358CF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7D056C-4E05-7F72-BD37-8529BF62C4B5}"/>
              </a:ext>
            </a:extLst>
          </p:cNvPr>
          <p:cNvSpPr/>
          <p:nvPr/>
        </p:nvSpPr>
        <p:spPr>
          <a:xfrm>
            <a:off x="455410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77B88F-5E7B-7B8E-B881-F67670095CFF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C7C263-ACC0-F668-899B-42F9A204C6B4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7789C-A495-D9A0-9FDB-38B6F0A2ED1C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2B725F-2D2C-45FF-04B8-172EC363C8E4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D3DB31-D7CF-DBA1-BCEF-7D7D534CBE65}"/>
              </a:ext>
            </a:extLst>
          </p:cNvPr>
          <p:cNvSpPr/>
          <p:nvPr/>
        </p:nvSpPr>
        <p:spPr>
          <a:xfrm>
            <a:off x="455410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2A71DE-A53E-AC24-3A91-B595D5973DC2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34EA9F-D63A-A05F-44F1-8E0124D663C0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2B7977-68F8-2215-DC81-27AC979B97FE}"/>
              </a:ext>
            </a:extLst>
          </p:cNvPr>
          <p:cNvSpPr/>
          <p:nvPr/>
        </p:nvSpPr>
        <p:spPr>
          <a:xfrm>
            <a:off x="4554101" y="2747627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9FFA57-1F2D-8C1F-219D-442D16660433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0593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ACA9B-288B-BCFD-67C6-02680853F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EEAF48-B01A-140F-1C36-43ECDD8C3355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BE1EF5-12C9-14A7-346F-C350A363DD6D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ECEAF-1B27-646C-65FC-313B3870BAB8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78089-8DFD-FF34-6475-949CBC3EFDDD}"/>
              </a:ext>
            </a:extLst>
          </p:cNvPr>
          <p:cNvSpPr/>
          <p:nvPr/>
        </p:nvSpPr>
        <p:spPr>
          <a:xfrm>
            <a:off x="4554107" y="3309731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822E84-D248-85C6-FAD9-2D022F2DCF1E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EE6C1B-C668-0EC2-0083-0A39531E3652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0EC31-8F3F-358A-768E-B0E3B7CE142B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5256-5916-4352-951F-B280B5AE768A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3D7671-51EB-1F51-F45E-F009A25573E0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F58E62-EB71-3A3F-D6E3-E4783384A557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06308-FD89-5BD4-3082-E8532B61900D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81138C-9854-B740-378B-5AEE3D7AE08B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623488-F7A2-A2E4-6612-47ABB0CDEBCB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E28DAB-EBBA-071A-99F4-DF33AC9A7775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F3717B-E4F4-98C2-35AD-7FA8C846BCE3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14F8BA-D3A9-BC11-F66C-3C6BF81C6CFE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FFD1B6-0C9C-232D-E51C-2ACA86DE0D9D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ED550-2FA0-3866-BFCF-BC6CD834B982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31D226-A07D-AD08-A0A7-5397023F0DEB}"/>
              </a:ext>
            </a:extLst>
          </p:cNvPr>
          <p:cNvSpPr/>
          <p:nvPr/>
        </p:nvSpPr>
        <p:spPr>
          <a:xfrm>
            <a:off x="455410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93152E-C906-09A1-3B44-2BD2FD7EBD00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5FF594-9A68-0E5F-57B1-AE1337DE9B78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E1753D-4B51-FF51-CDDE-381680B36785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E51A9E-39AD-6820-7351-5AC44483CAA7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3DE80A-E8F7-7E3A-8CB3-55961BD30F47}"/>
              </a:ext>
            </a:extLst>
          </p:cNvPr>
          <p:cNvSpPr/>
          <p:nvPr/>
        </p:nvSpPr>
        <p:spPr>
          <a:xfrm>
            <a:off x="455410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88BBD9-4D68-0219-0673-B3F593883F9A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809A2-F0B2-4239-B3FB-976951D00D78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BEBC27-DF03-5E6E-7630-01984B269C13}"/>
              </a:ext>
            </a:extLst>
          </p:cNvPr>
          <p:cNvSpPr/>
          <p:nvPr/>
        </p:nvSpPr>
        <p:spPr>
          <a:xfrm>
            <a:off x="4554101" y="2882193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931283-1CC7-F9CC-40CB-5DF6992AD697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D321D7-B64C-FA9B-C165-48EB6971CC75}"/>
              </a:ext>
            </a:extLst>
          </p:cNvPr>
          <p:cNvSpPr/>
          <p:nvPr/>
        </p:nvSpPr>
        <p:spPr>
          <a:xfrm>
            <a:off x="4554101" y="275180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7479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F81D9B-D34D-6509-83D1-1CEE2FFA4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8BF2D9-F8C0-0128-CFFF-E54F3691E007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7A27D7-1605-5E8A-177A-E724119CDB39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2BB76A-0AF3-475B-2E79-393184008D59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8DC374-FA3B-E9A0-9BB6-9F32FE1893DA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EBEC3-90D4-D2E2-F486-78695E998CE4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98053-BFB6-BE1B-E1CD-6836B218F58B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9AD6AD-C1BB-0251-FB8D-E41D957FDB19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B3DE9D-AAD8-16F7-DF91-8702A5EB0A4A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9C2A1-0E76-4C50-E9AC-2F54B0608335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911CC-95F5-7A9C-F1C9-6CF5AA7B44D5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25CAA-2F7D-608D-B496-8223472DF6CD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D6CCD-691B-6D15-6CA5-BF52FD680479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3DD3DA-3EE3-8448-0C9E-235F4901197A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B6E45C-937B-E9B8-0B64-A51EF115796D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306858-22AE-4D93-2553-ECFE50AA9FE5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341CDD-798F-0A00-67D2-66DAF4C80224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B67584-E5CA-AE7C-925A-D331C9974B92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87D440-9420-B1E1-F5F5-D3687F2A58A4}"/>
              </a:ext>
            </a:extLst>
          </p:cNvPr>
          <p:cNvSpPr/>
          <p:nvPr/>
        </p:nvSpPr>
        <p:spPr>
          <a:xfrm>
            <a:off x="455410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27BFFF-A594-D718-BB99-171085A4E2A5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834D38-3AC3-B97A-0A35-DF3095B57D67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AC9ED6-6761-8E31-80E3-86DA04405C75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ED3F11-3093-699E-332D-12AA9736A8AB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00B1B5-B6E0-4489-D0C2-5474D583F561}"/>
              </a:ext>
            </a:extLst>
          </p:cNvPr>
          <p:cNvSpPr/>
          <p:nvPr/>
        </p:nvSpPr>
        <p:spPr>
          <a:xfrm>
            <a:off x="4554102" y="5455648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425EEB-552D-8D3D-238B-B2B4908801A9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BAAEB6-E575-2EC1-E940-FE7081A95DF9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96EC8F-D967-C326-0FF9-89B2AE3FA2EC}"/>
              </a:ext>
            </a:extLst>
          </p:cNvPr>
          <p:cNvSpPr/>
          <p:nvPr/>
        </p:nvSpPr>
        <p:spPr>
          <a:xfrm>
            <a:off x="4554101" y="3342525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C6C293-D933-CD35-58FD-241E098E5243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E9E857-CC9E-9532-DCC7-636D5BF3D1AB}"/>
              </a:ext>
            </a:extLst>
          </p:cNvPr>
          <p:cNvSpPr/>
          <p:nvPr/>
        </p:nvSpPr>
        <p:spPr>
          <a:xfrm>
            <a:off x="455410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579787-1120-C002-05D2-C1079B2CF57F}"/>
              </a:ext>
            </a:extLst>
          </p:cNvPr>
          <p:cNvSpPr/>
          <p:nvPr/>
        </p:nvSpPr>
        <p:spPr>
          <a:xfrm>
            <a:off x="455410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1887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263DC5-07C1-9DE7-AFF4-EB29F0D3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32A1F1-347E-63E0-283E-0BFD7B70A196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EA704-6ECB-53E4-356B-173BB3015D85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5FE958-519B-FA54-32FB-9730231ED507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BFA14C-1235-F7C0-77D8-EF7FB9979FB9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491B68-12FC-B4F1-607B-D94711913868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99990C-33BD-A164-8552-74E969071D3C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06BA3D-981F-4747-A801-2588EF5444C7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AE5146-36F3-9141-565B-1ACE83F657B0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481F4B-6834-040E-5357-BD0BD2E09C1F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AB8A97-CDC2-4B5D-B424-79846E684137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C60DF4-06A5-50C9-98D3-8E2CB25F7D94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020CBC-DD2F-C13C-ACEA-AFDC44C214BC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4CDBA8-4F9F-1EDD-67AA-6BF0FCE69B8D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124324-5A4E-13BA-08F6-31882E1D503F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7CD9FC-FF5E-985C-D1AD-365657623966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374572-4195-E688-B661-23B6DC767AA2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FD8AA2-0D54-3B7C-80E1-C5767BADAC12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2D0386-5ABB-BDE1-7194-D8FB19F16081}"/>
              </a:ext>
            </a:extLst>
          </p:cNvPr>
          <p:cNvSpPr/>
          <p:nvPr/>
        </p:nvSpPr>
        <p:spPr>
          <a:xfrm>
            <a:off x="4554103" y="5713825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EAD21D-8A53-F931-1329-1F79DFF57C34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50BD44-254D-DCA5-D9B7-10C7A097CE22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E4F5E1-93AD-C689-CB1E-74DE9302E306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B1B6FD-78FF-AF5C-4408-5E14F7C19940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E37FD5-62BE-0A4F-F0D3-C39AE29A7D4B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BD9D78-114E-8EC5-E954-67138B837FF4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9F0360-975C-ADE2-E753-70A9ECC4DDD3}"/>
              </a:ext>
            </a:extLst>
          </p:cNvPr>
          <p:cNvSpPr/>
          <p:nvPr/>
        </p:nvSpPr>
        <p:spPr>
          <a:xfrm>
            <a:off x="4550366" y="5506729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AF41B9-3446-3A49-CCA9-7D5EAA55A965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7F5BD1-E824-E7C2-87E7-6ACBBC2471CB}"/>
              </a:ext>
            </a:extLst>
          </p:cNvPr>
          <p:cNvSpPr/>
          <p:nvPr/>
        </p:nvSpPr>
        <p:spPr>
          <a:xfrm>
            <a:off x="455410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B0FB84-456B-D144-10F6-C755A2266361}"/>
              </a:ext>
            </a:extLst>
          </p:cNvPr>
          <p:cNvSpPr/>
          <p:nvPr/>
        </p:nvSpPr>
        <p:spPr>
          <a:xfrm>
            <a:off x="455410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79DDBA-FF6B-2E11-86B7-B4B971F796F5}"/>
              </a:ext>
            </a:extLst>
          </p:cNvPr>
          <p:cNvSpPr/>
          <p:nvPr/>
        </p:nvSpPr>
        <p:spPr>
          <a:xfrm>
            <a:off x="455036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04080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2E82B3-C7B8-B056-577D-E2709E36F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17670C-D44A-6321-69B6-C7059F6C7C77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F975F-9D12-DD7A-D0D5-8E6FA7E15505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AB6D0C-4F92-6D8F-9395-C7D6EFD0D016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22928-190E-52A1-82AF-C7D757D71DEC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A4688D-81E3-CD24-B558-56FAC066A696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A8DA8A-F0F7-3156-7805-A34658F362DC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BDF36B-93A1-04B7-E8E6-206F42019793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49E133-F0D4-90F0-8CCC-00BC5A17680F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60C3E5-6081-4BCF-EEF9-7A4C146EE511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2FACEF-E9E5-787E-E3FB-814BB0B8C4C4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56AC3C-8348-74EB-0D91-B4D16E7F659B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45490-75E9-683A-DFEC-A2FD972EEEE1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CEC6B6-8AA6-67CB-1AE3-2E5D9943203F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D6AE57-2C07-8D3F-9739-1486C0FB7A06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141A40-A743-3067-4097-D32FC62C87B7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8E260F-9F0C-B569-145A-F25E9B279B60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EECB1B-7CBE-3EDA-B60E-22C8E12F1EF6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F3B822-078E-2AE6-5519-E9993E3F9712}"/>
              </a:ext>
            </a:extLst>
          </p:cNvPr>
          <p:cNvSpPr/>
          <p:nvPr/>
        </p:nvSpPr>
        <p:spPr>
          <a:xfrm>
            <a:off x="4554103" y="582701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FFA92D-D9A9-FD4A-C510-BF38D049796F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D3906F-7C3B-F16D-0A19-70A1E682A2CE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B3FD3C-E23F-4270-DC71-3AD4723C3A7E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B4E90D-E808-0B56-13F2-487DDF24A606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A7EE49-42DA-9908-5C5A-E36519BACA6A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99E749-D796-5F89-EFDB-CF38A5AFD8D8}"/>
              </a:ext>
            </a:extLst>
          </p:cNvPr>
          <p:cNvSpPr/>
          <p:nvPr/>
        </p:nvSpPr>
        <p:spPr>
          <a:xfrm>
            <a:off x="4550365" y="5720488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893AC2-8F60-7C86-E053-EE5E72F1E6CF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17D4A3-AFCC-857D-CA2F-5B9B7D194760}"/>
              </a:ext>
            </a:extLst>
          </p:cNvPr>
          <p:cNvSpPr/>
          <p:nvPr/>
        </p:nvSpPr>
        <p:spPr>
          <a:xfrm>
            <a:off x="455410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25E59E-05B9-8187-0168-A732CBE740AB}"/>
              </a:ext>
            </a:extLst>
          </p:cNvPr>
          <p:cNvSpPr/>
          <p:nvPr/>
        </p:nvSpPr>
        <p:spPr>
          <a:xfrm>
            <a:off x="455410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2B50D4-9BC3-ED11-91C5-E752C2ABCD0B}"/>
              </a:ext>
            </a:extLst>
          </p:cNvPr>
          <p:cNvSpPr/>
          <p:nvPr/>
        </p:nvSpPr>
        <p:spPr>
          <a:xfrm>
            <a:off x="455036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644BBC-0A9D-6EEB-51F5-09F04B212721}"/>
              </a:ext>
            </a:extLst>
          </p:cNvPr>
          <p:cNvSpPr/>
          <p:nvPr/>
        </p:nvSpPr>
        <p:spPr>
          <a:xfrm>
            <a:off x="455036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93104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5F6129-6172-A2BD-D9FB-F4DF57F59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CE631D-CB97-2B73-1C00-AA20C23D7E47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B35EE-F251-CC97-BBE5-BFB0D672A5A1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49BDE9-1349-05FC-7FC8-5FCE64EFB131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2922A3-40E5-CB0F-2573-13580233EE88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573201-508D-376B-FDC2-FF87405EA486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EF9D5-3DEC-EF61-1F4A-F8BA441AF43C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374D9-3B49-9EFF-D7B3-7461FEC3573B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37DBAF-82B9-0A0B-A432-9DFB0BB81E8E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DD2AB-676D-9093-2212-B67BD8389E5A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3EF6A9-332F-1918-D583-BA21D3E27996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770E29-8AE8-5A13-258D-A91D8479DF0D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14E60F-2297-8E48-E708-08654B03F485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2BB71A-850C-8D63-21CE-44401BA19DA8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BF51DA-2195-A97F-677B-E4229B2A8F18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1CB01E-9253-2F30-7610-F943D15FE04E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9425B5-62B6-8B7F-5902-16CFCED02A54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4024A2-FA3F-2AD1-5B19-163690A22057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0AD39E-271D-5F1C-795C-A34680C34943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90552F-17F5-3B27-4C61-82060B30335F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D147EF-EDC8-08EB-7B27-6D09C68FBC8B}"/>
              </a:ext>
            </a:extLst>
          </p:cNvPr>
          <p:cNvSpPr/>
          <p:nvPr/>
        </p:nvSpPr>
        <p:spPr>
          <a:xfrm>
            <a:off x="4554103" y="6542748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9F687F-DC00-7EE3-8E08-0EA04E6E0F62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C4D04F-5F02-45D6-FD1F-A050327266C9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6C9E1E-34E2-A66A-0A6C-FB897481FABD}"/>
              </a:ext>
            </a:extLst>
          </p:cNvPr>
          <p:cNvSpPr/>
          <p:nvPr/>
        </p:nvSpPr>
        <p:spPr>
          <a:xfrm>
            <a:off x="4550365" y="5854329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773DFB-B958-F9A0-182C-464D6A3F8296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0D657D-088B-187A-58FE-4BE219674971}"/>
              </a:ext>
            </a:extLst>
          </p:cNvPr>
          <p:cNvSpPr/>
          <p:nvPr/>
        </p:nvSpPr>
        <p:spPr>
          <a:xfrm>
            <a:off x="455410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77EF42-CAFB-E076-2C40-1B892A6321E3}"/>
              </a:ext>
            </a:extLst>
          </p:cNvPr>
          <p:cNvSpPr/>
          <p:nvPr/>
        </p:nvSpPr>
        <p:spPr>
          <a:xfrm>
            <a:off x="455410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40F0D2-BDEE-A927-B86C-019605212E27}"/>
              </a:ext>
            </a:extLst>
          </p:cNvPr>
          <p:cNvSpPr/>
          <p:nvPr/>
        </p:nvSpPr>
        <p:spPr>
          <a:xfrm>
            <a:off x="455036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61B4B9-CEE8-11ED-40A2-962CD4EF1440}"/>
              </a:ext>
            </a:extLst>
          </p:cNvPr>
          <p:cNvSpPr/>
          <p:nvPr/>
        </p:nvSpPr>
        <p:spPr>
          <a:xfrm>
            <a:off x="455036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359AE5-365C-D947-B7E4-C90BE1F142E6}"/>
              </a:ext>
            </a:extLst>
          </p:cNvPr>
          <p:cNvSpPr/>
          <p:nvPr/>
        </p:nvSpPr>
        <p:spPr>
          <a:xfrm>
            <a:off x="455036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86732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0083C-3E46-D2DA-636B-AD0ED5142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F18700-2F5D-77DB-6C08-896F39537CBD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E0CC31-6839-CAEC-092D-AAFC0B6476B9}"/>
              </a:ext>
            </a:extLst>
          </p:cNvPr>
          <p:cNvSpPr/>
          <p:nvPr/>
        </p:nvSpPr>
        <p:spPr>
          <a:xfrm>
            <a:off x="7290033" y="2247543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B5598-2DC1-A618-08A6-F17330C9DDC6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BF8C6-40E5-A0B8-75EF-4133EF0494E4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5561C-F556-4D87-3D98-21470BB37E35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4DCE9C-A96E-0D63-4104-DCFD87237B35}"/>
              </a:ext>
            </a:extLst>
          </p:cNvPr>
          <p:cNvSpPr/>
          <p:nvPr/>
        </p:nvSpPr>
        <p:spPr>
          <a:xfrm>
            <a:off x="4554106" y="6649278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7932B-7173-BD92-3F8C-A26FC75B1F8C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466A5-753C-AC7D-1D61-C5508ADAD540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B1FC52-A8C2-1F35-AAB6-15A4FAAB2999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59A9B-29E4-046F-E48A-C9303E1679B0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90AFFE-0D2F-13D3-684F-62CACA3B8839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B8CAC4-CBA2-A41D-517A-C80CD97BED20}"/>
              </a:ext>
            </a:extLst>
          </p:cNvPr>
          <p:cNvSpPr/>
          <p:nvPr/>
        </p:nvSpPr>
        <p:spPr>
          <a:xfrm>
            <a:off x="7290033" y="2374739"/>
            <a:ext cx="467138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A2E857-3787-AA10-E132-E8CAEB7FDC27}"/>
              </a:ext>
            </a:extLst>
          </p:cNvPr>
          <p:cNvSpPr/>
          <p:nvPr/>
        </p:nvSpPr>
        <p:spPr>
          <a:xfrm>
            <a:off x="7290033" y="2499744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05BC83-700F-4538-7F13-738F82C5587F}"/>
              </a:ext>
            </a:extLst>
          </p:cNvPr>
          <p:cNvSpPr/>
          <p:nvPr/>
        </p:nvSpPr>
        <p:spPr>
          <a:xfrm>
            <a:off x="7288524" y="2604413"/>
            <a:ext cx="468144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71624-0372-8EA1-A3D3-81181AB837A3}"/>
              </a:ext>
            </a:extLst>
          </p:cNvPr>
          <p:cNvSpPr/>
          <p:nvPr/>
        </p:nvSpPr>
        <p:spPr>
          <a:xfrm>
            <a:off x="7290033" y="2722838"/>
            <a:ext cx="467138" cy="133776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0657C6-6C81-F9C9-A0F8-01D8C015BE81}"/>
              </a:ext>
            </a:extLst>
          </p:cNvPr>
          <p:cNvSpPr/>
          <p:nvPr/>
        </p:nvSpPr>
        <p:spPr>
          <a:xfrm>
            <a:off x="7289026" y="2864782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45CA2A-47BC-6668-7F90-627FFF701783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B8A10C-F76F-5BAC-C0FA-AAFF3E8B5F83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2C564B-511D-6EF3-B92B-B114B91A9D6E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376F23-29CE-52C1-14A5-3E43D3A67746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00BEDB-47F4-2D2A-87B1-B619F7DFC918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5C0589-76E0-CA7E-F4B6-63036CCA8994}"/>
              </a:ext>
            </a:extLst>
          </p:cNvPr>
          <p:cNvSpPr/>
          <p:nvPr/>
        </p:nvSpPr>
        <p:spPr>
          <a:xfrm>
            <a:off x="4550364" y="6530249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482350-8F59-C9AA-46B5-1A1E84B9CD10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5B7171-5894-54A1-7B0D-FD3E9AF632AE}"/>
              </a:ext>
            </a:extLst>
          </p:cNvPr>
          <p:cNvSpPr/>
          <p:nvPr/>
        </p:nvSpPr>
        <p:spPr>
          <a:xfrm>
            <a:off x="455410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E40B1C-52D6-127B-54C5-C2E0B51E3C40}"/>
              </a:ext>
            </a:extLst>
          </p:cNvPr>
          <p:cNvSpPr/>
          <p:nvPr/>
        </p:nvSpPr>
        <p:spPr>
          <a:xfrm>
            <a:off x="455410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058489-83BD-831B-DB62-202854168DEA}"/>
              </a:ext>
            </a:extLst>
          </p:cNvPr>
          <p:cNvSpPr/>
          <p:nvPr/>
        </p:nvSpPr>
        <p:spPr>
          <a:xfrm>
            <a:off x="455036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93DC90-5053-DD6C-12C5-A6CAEF3EA20B}"/>
              </a:ext>
            </a:extLst>
          </p:cNvPr>
          <p:cNvSpPr/>
          <p:nvPr/>
        </p:nvSpPr>
        <p:spPr>
          <a:xfrm>
            <a:off x="455036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275D42-50B9-C06D-6515-D8E0A0274E5B}"/>
              </a:ext>
            </a:extLst>
          </p:cNvPr>
          <p:cNvSpPr/>
          <p:nvPr/>
        </p:nvSpPr>
        <p:spPr>
          <a:xfrm>
            <a:off x="455036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F5F281-F8BA-2B65-DDCD-03975B139E8D}"/>
              </a:ext>
            </a:extLst>
          </p:cNvPr>
          <p:cNvSpPr/>
          <p:nvPr/>
        </p:nvSpPr>
        <p:spPr>
          <a:xfrm>
            <a:off x="455036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27070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455066" y="3818000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One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63036B-6FB0-55C8-1E70-89E19F18F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543697-7B75-7DD4-C300-CA47AE6939E6}"/>
              </a:ext>
            </a:extLst>
          </p:cNvPr>
          <p:cNvSpPr/>
          <p:nvPr/>
        </p:nvSpPr>
        <p:spPr>
          <a:xfrm>
            <a:off x="728405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F9A97-C385-530E-AB42-9696E07B6BE5}"/>
              </a:ext>
            </a:extLst>
          </p:cNvPr>
          <p:cNvSpPr/>
          <p:nvPr/>
        </p:nvSpPr>
        <p:spPr>
          <a:xfrm>
            <a:off x="7290033" y="2264961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03CE2-7E2A-AAE2-E6F6-AC212E7D8A63}"/>
              </a:ext>
            </a:extLst>
          </p:cNvPr>
          <p:cNvSpPr/>
          <p:nvPr/>
        </p:nvSpPr>
        <p:spPr>
          <a:xfrm>
            <a:off x="729003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B2C1A-02B1-A5ED-2BFD-8F9CA70E4353}"/>
              </a:ext>
            </a:extLst>
          </p:cNvPr>
          <p:cNvSpPr/>
          <p:nvPr/>
        </p:nvSpPr>
        <p:spPr>
          <a:xfrm>
            <a:off x="727411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48119C-C35A-C6F2-5618-9A5BEAE9E42F}"/>
              </a:ext>
            </a:extLst>
          </p:cNvPr>
          <p:cNvSpPr/>
          <p:nvPr/>
        </p:nvSpPr>
        <p:spPr>
          <a:xfrm>
            <a:off x="727411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EDD72A-6FCC-8A22-CA25-2C7633B36E4A}"/>
              </a:ext>
            </a:extLst>
          </p:cNvPr>
          <p:cNvSpPr/>
          <p:nvPr/>
        </p:nvSpPr>
        <p:spPr>
          <a:xfrm>
            <a:off x="455410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FA96D4-B110-BD90-C280-90D46C2FD27B}"/>
              </a:ext>
            </a:extLst>
          </p:cNvPr>
          <p:cNvSpPr/>
          <p:nvPr/>
        </p:nvSpPr>
        <p:spPr>
          <a:xfrm>
            <a:off x="7284057" y="593035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1D3718-A4A6-F982-B91D-09AB2FC42706}"/>
              </a:ext>
            </a:extLst>
          </p:cNvPr>
          <p:cNvSpPr/>
          <p:nvPr/>
        </p:nvSpPr>
        <p:spPr>
          <a:xfrm>
            <a:off x="455498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E20455-3BA1-02C8-A295-57E3AD4BCCFA}"/>
              </a:ext>
            </a:extLst>
          </p:cNvPr>
          <p:cNvSpPr/>
          <p:nvPr/>
        </p:nvSpPr>
        <p:spPr>
          <a:xfrm>
            <a:off x="455410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0CBC8A-780D-D706-4F68-B1C2D4EA4BDB}"/>
              </a:ext>
            </a:extLst>
          </p:cNvPr>
          <p:cNvSpPr/>
          <p:nvPr/>
        </p:nvSpPr>
        <p:spPr>
          <a:xfrm>
            <a:off x="455410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B65F2-EC1B-D994-65B9-59FDA70BED9A}"/>
              </a:ext>
            </a:extLst>
          </p:cNvPr>
          <p:cNvSpPr/>
          <p:nvPr/>
        </p:nvSpPr>
        <p:spPr>
          <a:xfrm>
            <a:off x="729773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BF00B3-B8EC-BC9E-9FD6-C751F883E7FE}"/>
              </a:ext>
            </a:extLst>
          </p:cNvPr>
          <p:cNvSpPr/>
          <p:nvPr/>
        </p:nvSpPr>
        <p:spPr>
          <a:xfrm>
            <a:off x="727411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FB0336-0571-EA50-FBDF-55AE8BB931D8}"/>
              </a:ext>
            </a:extLst>
          </p:cNvPr>
          <p:cNvSpPr/>
          <p:nvPr/>
        </p:nvSpPr>
        <p:spPr>
          <a:xfrm>
            <a:off x="727411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FD2B06-397B-EB96-D3AB-45E0072A4F95}"/>
              </a:ext>
            </a:extLst>
          </p:cNvPr>
          <p:cNvSpPr/>
          <p:nvPr/>
        </p:nvSpPr>
        <p:spPr>
          <a:xfrm>
            <a:off x="727411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76B5E7-4CBA-27B7-896E-4DD6151DF66E}"/>
              </a:ext>
            </a:extLst>
          </p:cNvPr>
          <p:cNvSpPr/>
          <p:nvPr/>
        </p:nvSpPr>
        <p:spPr>
          <a:xfrm>
            <a:off x="455410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D4C502-AB3C-F03E-FA18-3B9BB27CBECB}"/>
              </a:ext>
            </a:extLst>
          </p:cNvPr>
          <p:cNvSpPr/>
          <p:nvPr/>
        </p:nvSpPr>
        <p:spPr>
          <a:xfrm>
            <a:off x="455410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F8F9A-831F-52CF-5DAE-7E45C318EA43}"/>
              </a:ext>
            </a:extLst>
          </p:cNvPr>
          <p:cNvSpPr/>
          <p:nvPr/>
        </p:nvSpPr>
        <p:spPr>
          <a:xfrm>
            <a:off x="455410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5713BB-FD2E-1C24-1C75-1D677D829212}"/>
              </a:ext>
            </a:extLst>
          </p:cNvPr>
          <p:cNvSpPr/>
          <p:nvPr/>
        </p:nvSpPr>
        <p:spPr>
          <a:xfrm>
            <a:off x="455410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856B3B-4B81-61C2-C44B-BAF7E0B9AC87}"/>
              </a:ext>
            </a:extLst>
          </p:cNvPr>
          <p:cNvSpPr/>
          <p:nvPr/>
        </p:nvSpPr>
        <p:spPr>
          <a:xfrm>
            <a:off x="455410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F23B19-FB5F-F83B-C6AE-1343038F831B}"/>
              </a:ext>
            </a:extLst>
          </p:cNvPr>
          <p:cNvSpPr/>
          <p:nvPr/>
        </p:nvSpPr>
        <p:spPr>
          <a:xfrm>
            <a:off x="455036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B085AF-30CD-B2B3-131D-CAD3137C1C55}"/>
              </a:ext>
            </a:extLst>
          </p:cNvPr>
          <p:cNvSpPr/>
          <p:nvPr/>
        </p:nvSpPr>
        <p:spPr>
          <a:xfrm>
            <a:off x="455036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D0055A-320A-CAC3-8936-FDE133987BFC}"/>
              </a:ext>
            </a:extLst>
          </p:cNvPr>
          <p:cNvSpPr/>
          <p:nvPr/>
        </p:nvSpPr>
        <p:spPr>
          <a:xfrm>
            <a:off x="455036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227928-11C3-87A9-1D18-FB5D8907034C}"/>
              </a:ext>
            </a:extLst>
          </p:cNvPr>
          <p:cNvSpPr/>
          <p:nvPr/>
        </p:nvSpPr>
        <p:spPr>
          <a:xfrm>
            <a:off x="455036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BFAAE6-1767-DBE1-CE85-B3371EBC9044}"/>
              </a:ext>
            </a:extLst>
          </p:cNvPr>
          <p:cNvSpPr/>
          <p:nvPr/>
        </p:nvSpPr>
        <p:spPr>
          <a:xfrm>
            <a:off x="4550363" y="6665568"/>
            <a:ext cx="477079" cy="106530"/>
          </a:xfrm>
          <a:prstGeom prst="rect">
            <a:avLst/>
          </a:prstGeom>
          <a:solidFill>
            <a:srgbClr val="00B0F0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??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C719F8-E9F1-6A1D-6A99-612F0A889001}"/>
              </a:ext>
            </a:extLst>
          </p:cNvPr>
          <p:cNvSpPr/>
          <p:nvPr/>
        </p:nvSpPr>
        <p:spPr>
          <a:xfrm>
            <a:off x="455036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68B9FA-9D3B-9E85-BDA8-52E08BA84F71}"/>
              </a:ext>
            </a:extLst>
          </p:cNvPr>
          <p:cNvSpPr/>
          <p:nvPr/>
        </p:nvSpPr>
        <p:spPr>
          <a:xfrm>
            <a:off x="729773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42ED1F-0989-E4D2-D72D-50C8A76455FE}"/>
              </a:ext>
            </a:extLst>
          </p:cNvPr>
          <p:cNvSpPr/>
          <p:nvPr/>
        </p:nvSpPr>
        <p:spPr>
          <a:xfrm>
            <a:off x="729003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C24527-0680-0BC1-EDBB-65B1B458DA6E}"/>
              </a:ext>
            </a:extLst>
          </p:cNvPr>
          <p:cNvSpPr/>
          <p:nvPr/>
        </p:nvSpPr>
        <p:spPr>
          <a:xfrm>
            <a:off x="7297735" y="25219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89F324-84FE-3E51-7344-571A256F64E0}"/>
              </a:ext>
            </a:extLst>
          </p:cNvPr>
          <p:cNvSpPr/>
          <p:nvPr/>
        </p:nvSpPr>
        <p:spPr>
          <a:xfrm>
            <a:off x="7297735" y="2405677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05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7746A-C02A-805C-FCF6-C92C0A2B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98BFFBB-251B-3844-F2A4-E150AE6C1773}"/>
              </a:ext>
            </a:extLst>
          </p:cNvPr>
          <p:cNvSpPr/>
          <p:nvPr/>
        </p:nvSpPr>
        <p:spPr>
          <a:xfrm>
            <a:off x="3230217" y="1451389"/>
            <a:ext cx="477079" cy="10653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70CF50-DC02-80C6-4B7D-167ED3460660}"/>
              </a:ext>
            </a:extLst>
          </p:cNvPr>
          <p:cNvSpPr/>
          <p:nvPr/>
        </p:nvSpPr>
        <p:spPr>
          <a:xfrm>
            <a:off x="3236193" y="2264961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E3D27E-03B2-6636-B96F-27029B70DE26}"/>
              </a:ext>
            </a:extLst>
          </p:cNvPr>
          <p:cNvSpPr/>
          <p:nvPr/>
        </p:nvSpPr>
        <p:spPr>
          <a:xfrm>
            <a:off x="323619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A12BAF-6C5B-65A4-C145-E439ADC86EF9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C6F46F-F0D3-5623-D999-4D76ADA15953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FF0D3-0E2A-DE3D-1516-9F709C2C067A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094FD2-2572-479D-BC19-73CFEED7A437}"/>
              </a:ext>
            </a:extLst>
          </p:cNvPr>
          <p:cNvSpPr/>
          <p:nvPr/>
        </p:nvSpPr>
        <p:spPr>
          <a:xfrm>
            <a:off x="3230217" y="605735"/>
            <a:ext cx="477079" cy="10653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22F7BF-6E11-EA26-8B4A-54F178DB87A4}"/>
              </a:ext>
            </a:extLst>
          </p:cNvPr>
          <p:cNvSpPr/>
          <p:nvPr/>
        </p:nvSpPr>
        <p:spPr>
          <a:xfrm>
            <a:off x="50114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E9F914-C872-8EE8-357A-F6614E314D1B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A8A74-6B50-3F2F-9BB8-734210E7155F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5218A9-3F7C-0F1A-1FC2-904998C731A8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DFDFF0-5366-8B92-E62A-DD2F691416B4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A5E202-B5F2-A3BB-10EB-52E63DADA74A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17E69C-EF8F-94CC-8CAC-01B5540D54C1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81D036-6F33-4319-FD89-B242AC6CFCA6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3B2C9C-57C3-9594-88C9-24E4F7DF33B6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68A8FB-4DB6-0ABE-D4FF-B762A9837199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1FC1D1-1B77-2B7E-72B1-F1A0AA022DB2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F29D56-D876-506B-5C00-83E1ADB2ED14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968693-1302-1733-8F20-E61402B6787F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15DD18-C162-7FD1-AD74-D9E4286CE920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AB90083-2581-35C9-1C81-2099DA2671E3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DBD51B0-DB2C-3CD0-687B-9D741FD070DE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EA32C6-E03E-1B24-D65D-47EBF2EBC75E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93EDD0-2A05-AA2A-FB8C-93DFFC4651E0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AF72B1-A5A2-E9CD-43BC-E0F0159DAF69}"/>
              </a:ext>
            </a:extLst>
          </p:cNvPr>
          <p:cNvSpPr/>
          <p:nvPr/>
        </p:nvSpPr>
        <p:spPr>
          <a:xfrm>
            <a:off x="323619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9354D2-1E5F-832E-2F60-23A46125AB9C}"/>
              </a:ext>
            </a:extLst>
          </p:cNvPr>
          <p:cNvSpPr/>
          <p:nvPr/>
        </p:nvSpPr>
        <p:spPr>
          <a:xfrm>
            <a:off x="3243895" y="25219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4A18E8-6DE3-F806-BC47-E3A9D20241EF}"/>
              </a:ext>
            </a:extLst>
          </p:cNvPr>
          <p:cNvSpPr/>
          <p:nvPr/>
        </p:nvSpPr>
        <p:spPr>
          <a:xfrm>
            <a:off x="3243895" y="2405677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B0CA2A2-F572-DE19-C46E-0561A754F6FD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graphicFrame>
        <p:nvGraphicFramePr>
          <p:cNvPr id="50" name="Table 6">
            <a:extLst>
              <a:ext uri="{FF2B5EF4-FFF2-40B4-BE49-F238E27FC236}">
                <a16:creationId xmlns:a16="http://schemas.microsoft.com/office/drawing/2014/main" id="{14745F77-2031-E68D-D32F-877884B51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20991"/>
              </p:ext>
            </p:extLst>
          </p:nvPr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51" name="Table 6">
            <a:extLst>
              <a:ext uri="{FF2B5EF4-FFF2-40B4-BE49-F238E27FC236}">
                <a16:creationId xmlns:a16="http://schemas.microsoft.com/office/drawing/2014/main" id="{35628221-5EF4-5C21-840A-50805B695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767008"/>
              </p:ext>
            </p:extLst>
          </p:nvPr>
        </p:nvGraphicFramePr>
        <p:xfrm>
          <a:off x="8133541" y="897582"/>
          <a:ext cx="3469179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7930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28894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42306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96660FD2-CB3B-9282-D6B0-FB3808A211AF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1844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73560E-5C8C-B474-01C0-58219C8A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E4455B-AA0F-710B-0FCA-1892367FE74B}"/>
              </a:ext>
            </a:extLst>
          </p:cNvPr>
          <p:cNvSpPr/>
          <p:nvPr/>
        </p:nvSpPr>
        <p:spPr>
          <a:xfrm>
            <a:off x="3230217" y="1457739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C9D4F1-AA3F-7F5D-3A6F-4A73783D2889}"/>
              </a:ext>
            </a:extLst>
          </p:cNvPr>
          <p:cNvSpPr/>
          <p:nvPr/>
        </p:nvSpPr>
        <p:spPr>
          <a:xfrm>
            <a:off x="3236193" y="2264961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BC831-5760-5359-BCE8-BC919DBA7E17}"/>
              </a:ext>
            </a:extLst>
          </p:cNvPr>
          <p:cNvSpPr/>
          <p:nvPr/>
        </p:nvSpPr>
        <p:spPr>
          <a:xfrm>
            <a:off x="323619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B71CA9-88BB-7CAB-1043-7F5B1BB890BF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EFB7C6-37B7-4C79-8043-B177220C07EC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DAD9B-4610-CD8F-E173-1E21700C2F20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9521AC-B0E0-5263-055C-64A7D8E70A44}"/>
              </a:ext>
            </a:extLst>
          </p:cNvPr>
          <p:cNvSpPr/>
          <p:nvPr/>
        </p:nvSpPr>
        <p:spPr>
          <a:xfrm>
            <a:off x="3230217" y="593035"/>
            <a:ext cx="477079" cy="139147"/>
          </a:xfrm>
          <a:prstGeom prst="rect">
            <a:avLst/>
          </a:prstGeom>
          <a:solidFill>
            <a:srgbClr val="0070C0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D6229A-CDB3-2249-F51D-B3EA89E07965}"/>
              </a:ext>
            </a:extLst>
          </p:cNvPr>
          <p:cNvSpPr/>
          <p:nvPr/>
        </p:nvSpPr>
        <p:spPr>
          <a:xfrm>
            <a:off x="501145" y="724382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5D9F93-6723-9F23-3608-D6C90766C2C8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79CABB-557F-06A5-AC8A-9C4EADB8C7CA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D54A951-B52F-76F0-E5D8-D25CC407DEF7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1F1667-AEA0-1DB3-CB3B-EDB5248BF3E8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49EA02-7424-EE5A-F109-DFE9458453B6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41AB63-E557-4AD0-FFC5-17053743BA2C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3C6543-5991-DF67-F7DE-42CDC9833E01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546B98-5A8F-DA80-1261-AA96AF43A9BF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664AD12-1898-9228-DB3E-3C7B099FB152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73F94B2-649D-13F2-77AE-81347A37A276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A6D37F-4AEE-77F0-F2BF-10498E6DEDA8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966B9C-F6D5-C3DD-39B9-500E95AE80B8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33FB91F-A184-9B1A-4DB9-D2A5B51A1159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085711A-15AE-6A70-CC62-A9C84C85252D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16F6EAF-A0C8-925F-752A-16661CEE0114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514EDD3-BACA-4142-C391-84CFD968B5B4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8F0024-B050-FD8B-EE32-4C27CFD22FCA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05CAEF-8C82-8302-D905-8766D38756E4}"/>
              </a:ext>
            </a:extLst>
          </p:cNvPr>
          <p:cNvSpPr/>
          <p:nvPr/>
        </p:nvSpPr>
        <p:spPr>
          <a:xfrm>
            <a:off x="323619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2F7BABE-BB24-1E76-8547-09D92729FF34}"/>
              </a:ext>
            </a:extLst>
          </p:cNvPr>
          <p:cNvSpPr/>
          <p:nvPr/>
        </p:nvSpPr>
        <p:spPr>
          <a:xfrm>
            <a:off x="3243895" y="25219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F2CBC3-F5C1-9498-E1CE-0121C8343B8D}"/>
              </a:ext>
            </a:extLst>
          </p:cNvPr>
          <p:cNvSpPr/>
          <p:nvPr/>
        </p:nvSpPr>
        <p:spPr>
          <a:xfrm>
            <a:off x="3243895" y="2405677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698C165-E18A-1CCB-3543-2CE1ACBCCA47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graphicFrame>
        <p:nvGraphicFramePr>
          <p:cNvPr id="73" name="Table 6">
            <a:extLst>
              <a:ext uri="{FF2B5EF4-FFF2-40B4-BE49-F238E27FC236}">
                <a16:creationId xmlns:a16="http://schemas.microsoft.com/office/drawing/2014/main" id="{2BAE772A-FEF7-82B8-746D-96D4E73FF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941"/>
              </p:ext>
            </p:extLst>
          </p:nvPr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74" name="Table 6">
            <a:extLst>
              <a:ext uri="{FF2B5EF4-FFF2-40B4-BE49-F238E27FC236}">
                <a16:creationId xmlns:a16="http://schemas.microsoft.com/office/drawing/2014/main" id="{0A0A5CF6-F5AA-5F65-2B58-A90025A88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704787"/>
              </p:ext>
            </p:extLst>
          </p:nvPr>
        </p:nvGraphicFramePr>
        <p:xfrm>
          <a:off x="8133541" y="887422"/>
          <a:ext cx="3558195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69694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22016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6648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A67C6E3D-7D09-C18A-5773-47A8AB56641F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5943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89AEF358-D55B-A5AE-FD61-6CEBDA1C7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941"/>
              </p:ext>
            </p:extLst>
          </p:nvPr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090BEC6E-82C4-03E1-8173-EF8573145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673145"/>
              </p:ext>
            </p:extLst>
          </p:nvPr>
        </p:nvGraphicFramePr>
        <p:xfrm>
          <a:off x="8133541" y="887422"/>
          <a:ext cx="3649536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2288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5595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9129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8CA987B-0A1D-F393-5376-4C7A0FB72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306146-1F4E-F8E7-119F-7F6F3E019A71}"/>
              </a:ext>
            </a:extLst>
          </p:cNvPr>
          <p:cNvSpPr/>
          <p:nvPr/>
        </p:nvSpPr>
        <p:spPr>
          <a:xfrm>
            <a:off x="3236193" y="2264961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A49AC6-81AB-7D86-1302-5A750974B2E7}"/>
              </a:ext>
            </a:extLst>
          </p:cNvPr>
          <p:cNvSpPr/>
          <p:nvPr/>
        </p:nvSpPr>
        <p:spPr>
          <a:xfrm>
            <a:off x="3236193" y="2132846"/>
            <a:ext cx="477079" cy="10653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CE1BE-BC23-F544-8D08-1B0C2869266B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7381D8-BBC6-8E9C-D8FD-779C8B6A08D9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ECE38C-8C32-F82D-64EC-E0EB62884A7D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B035C1-6F41-CD3C-D34A-B0995B23A979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6A2C26-B71D-884A-EEE5-9B2BC7508ADD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71BD5F-092A-48A4-C652-686C0B43AFA0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5812E7-A9AA-45DA-F9C5-99B25084DF98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C07B60-585A-CDE4-6E9F-9E00C86CDE7E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1E5FA-337C-4722-756F-7C176950EC53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C2D512-6048-4E4B-A263-A6D43B95FED4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3C3F55-3F41-598C-A975-1BD7409255C6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3670A1-1B95-3B9A-DEB2-31F0DE0704B4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7EC87F-6428-8F92-A5AA-1B0A93EC6503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A7EC38-8AA0-72AD-A7EA-B9DDF7857D8E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F9C518-E361-2723-FEFC-AB953084EA68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215FCF-A07F-6957-CF8B-1343BA7706C3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78DCBD-83E6-1BA8-CCB8-F542410F9A1F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3EFE2-A3AE-CA28-757E-6F7E8C133A4A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3D113B-FC05-7F07-5170-8C4579BF7BD6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1D7D70-4FCD-6543-FA88-A3F57CFFC785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D126D5-9D7B-9BBD-C9ED-666323E62A76}"/>
              </a:ext>
            </a:extLst>
          </p:cNvPr>
          <p:cNvSpPr/>
          <p:nvPr/>
        </p:nvSpPr>
        <p:spPr>
          <a:xfrm>
            <a:off x="323619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7239D5-04DF-A14B-57F9-C864BE369FED}"/>
              </a:ext>
            </a:extLst>
          </p:cNvPr>
          <p:cNvSpPr/>
          <p:nvPr/>
        </p:nvSpPr>
        <p:spPr>
          <a:xfrm>
            <a:off x="3243895" y="25219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95FFD8-9A43-48AB-3799-E16ECB836F76}"/>
              </a:ext>
            </a:extLst>
          </p:cNvPr>
          <p:cNvSpPr/>
          <p:nvPr/>
        </p:nvSpPr>
        <p:spPr>
          <a:xfrm>
            <a:off x="3243895" y="2405677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DFB34A-B21D-D026-8B2E-055F36CD4382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43085C-BC10-7BE6-55E5-6884CA66A72E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547334-9BAC-AD51-3705-1515DD244510}"/>
              </a:ext>
            </a:extLst>
          </p:cNvPr>
          <p:cNvSpPr/>
          <p:nvPr/>
        </p:nvSpPr>
        <p:spPr>
          <a:xfrm>
            <a:off x="3230217" y="1434156"/>
            <a:ext cx="477079" cy="139147"/>
          </a:xfrm>
          <a:prstGeom prst="rect">
            <a:avLst/>
          </a:prstGeom>
          <a:solidFill>
            <a:srgbClr val="0070C0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E1A30B-1FE5-C72A-1248-018FC7035937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3051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74E6EE-E3E1-3252-D49D-8D0FF7A71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ACE28B-9F30-9D85-BAFB-70F6230CAE46}"/>
              </a:ext>
            </a:extLst>
          </p:cNvPr>
          <p:cNvSpPr/>
          <p:nvPr/>
        </p:nvSpPr>
        <p:spPr>
          <a:xfrm>
            <a:off x="3236193" y="2264961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5BECC-FD2D-7109-506E-5B73EA4E0179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86E626-6ED7-7765-4D94-269E39496D93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5F430-9922-ADC5-EB48-65F8FA73A278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9D70F-F5B0-5179-D52E-406840FFF5A8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F0D6A-FE0F-9F03-96A7-EA08E01A94CD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F55175-42F6-0DDF-FD30-9E9063522EB9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6E8CF-64D5-6D9E-D29E-509B7FF55BAD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C58011-9FD1-EAEE-B41D-F7829E734D87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49CE0A-A269-D286-7BDD-B3254C364197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FA9E9A-16EC-B27A-DED0-4E6FD0EF253C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8B4899-A0D0-82F9-CCD4-56FBDB2B640E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4417BF-A98B-9046-550A-F26123B1240E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E5AF0B-EADB-FEC7-B9EB-05C7CB491F17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B5A3EA-B057-753E-2578-028DB7838791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B2AB54-0AA2-44B6-429C-B411A0D66123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508FE8-C09E-EA2C-1779-5CFDEEFF1846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6556D2-48CD-FAD2-8285-0DC8FFA631A7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6BF7E6-0823-3E0B-7B05-81C7B57AB13E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6798FF-845F-AE34-44AF-18B62BECBB60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29027E-47C4-9897-1189-E403ECD03F0A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D5175D-666A-1E54-27A7-614390F7167A}"/>
              </a:ext>
            </a:extLst>
          </p:cNvPr>
          <p:cNvSpPr/>
          <p:nvPr/>
        </p:nvSpPr>
        <p:spPr>
          <a:xfrm>
            <a:off x="323619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3352E3-A46E-1B43-675E-3495E757186E}"/>
              </a:ext>
            </a:extLst>
          </p:cNvPr>
          <p:cNvSpPr/>
          <p:nvPr/>
        </p:nvSpPr>
        <p:spPr>
          <a:xfrm>
            <a:off x="3243895" y="25219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4A8BE3-6174-6819-5950-498472F99D28}"/>
              </a:ext>
            </a:extLst>
          </p:cNvPr>
          <p:cNvSpPr/>
          <p:nvPr/>
        </p:nvSpPr>
        <p:spPr>
          <a:xfrm>
            <a:off x="3243895" y="2405677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F0D8EF-F7DA-CE14-B616-CE085679C048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graphicFrame>
        <p:nvGraphicFramePr>
          <p:cNvPr id="35" name="Table 6">
            <a:extLst>
              <a:ext uri="{FF2B5EF4-FFF2-40B4-BE49-F238E27FC236}">
                <a16:creationId xmlns:a16="http://schemas.microsoft.com/office/drawing/2014/main" id="{D685F15D-DFAB-8857-1A02-D98146E91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687114"/>
              </p:ext>
            </p:extLst>
          </p:nvPr>
        </p:nvGraphicFramePr>
        <p:xfrm>
          <a:off x="9499313" y="2126959"/>
          <a:ext cx="2212743" cy="472753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1263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650052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650052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30723"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Symbol Table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Symbol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Type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Value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FIRST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0000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CLOOP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0006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ENDFIL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001A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RETADR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0030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LENGTH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0033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BUFFER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BUFFEND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MAXLEN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RDREC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RLOOP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1040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EXIT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INPUT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105C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WRREC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WLOOP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1062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6" name="Table 6">
            <a:extLst>
              <a:ext uri="{FF2B5EF4-FFF2-40B4-BE49-F238E27FC236}">
                <a16:creationId xmlns:a16="http://schemas.microsoft.com/office/drawing/2014/main" id="{8AAFC1F8-A729-E6B8-51CC-B2B0F1DF2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096644"/>
              </p:ext>
            </p:extLst>
          </p:nvPr>
        </p:nvGraphicFramePr>
        <p:xfrm>
          <a:off x="8993175" y="897911"/>
          <a:ext cx="3184540" cy="124035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54510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265038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64992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15379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Literal Table</a:t>
                      </a: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284976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Name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value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Address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284976">
                <a:tc>
                  <a:txBody>
                    <a:bodyPr/>
                    <a:lstStyle/>
                    <a:p>
                      <a:r>
                        <a:rPr lang="en-GB" sz="1400" dirty="0"/>
                        <a:t>=C’EOF’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454F46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002D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15379">
                <a:tc>
                  <a:txBody>
                    <a:bodyPr/>
                    <a:lstStyle/>
                    <a:p>
                      <a:r>
                        <a:rPr lang="en-GB" sz="1400" dirty="0"/>
                        <a:t>=X’05’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1076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32131A2F-B471-3096-E465-971D39A27C76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9B3E79-914B-C09A-1709-FEE5BA46AA28}"/>
              </a:ext>
            </a:extLst>
          </p:cNvPr>
          <p:cNvSpPr/>
          <p:nvPr/>
        </p:nvSpPr>
        <p:spPr>
          <a:xfrm>
            <a:off x="3230216" y="2126960"/>
            <a:ext cx="477079" cy="139147"/>
          </a:xfrm>
          <a:prstGeom prst="rect">
            <a:avLst/>
          </a:prstGeom>
          <a:solidFill>
            <a:srgbClr val="0070C0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07E5F4E-82B6-A0E8-DD30-A126DC7CB49A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F37BFCB2-D741-87FC-13AF-CD129B7E4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839436"/>
              </p:ext>
            </p:extLst>
          </p:nvPr>
        </p:nvGraphicFramePr>
        <p:xfrm>
          <a:off x="4207558" y="1311329"/>
          <a:ext cx="4239757" cy="548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48213">
                  <a:extLst>
                    <a:ext uri="{9D8B030D-6E8A-4147-A177-3AD203B41FA5}">
                      <a16:colId xmlns:a16="http://schemas.microsoft.com/office/drawing/2014/main" val="1655638134"/>
                    </a:ext>
                  </a:extLst>
                </a:gridCol>
                <a:gridCol w="315926">
                  <a:extLst>
                    <a:ext uri="{9D8B030D-6E8A-4147-A177-3AD203B41FA5}">
                      <a16:colId xmlns:a16="http://schemas.microsoft.com/office/drawing/2014/main" val="3847182729"/>
                    </a:ext>
                  </a:extLst>
                </a:gridCol>
                <a:gridCol w="338368">
                  <a:extLst>
                    <a:ext uri="{9D8B030D-6E8A-4147-A177-3AD203B41FA5}">
                      <a16:colId xmlns:a16="http://schemas.microsoft.com/office/drawing/2014/main" val="2877491270"/>
                    </a:ext>
                  </a:extLst>
                </a:gridCol>
                <a:gridCol w="273917">
                  <a:extLst>
                    <a:ext uri="{9D8B030D-6E8A-4147-A177-3AD203B41FA5}">
                      <a16:colId xmlns:a16="http://schemas.microsoft.com/office/drawing/2014/main" val="1826931369"/>
                    </a:ext>
                  </a:extLst>
                </a:gridCol>
                <a:gridCol w="253777">
                  <a:extLst>
                    <a:ext uri="{9D8B030D-6E8A-4147-A177-3AD203B41FA5}">
                      <a16:colId xmlns:a16="http://schemas.microsoft.com/office/drawing/2014/main" val="19090039"/>
                    </a:ext>
                  </a:extLst>
                </a:gridCol>
                <a:gridCol w="261832">
                  <a:extLst>
                    <a:ext uri="{9D8B030D-6E8A-4147-A177-3AD203B41FA5}">
                      <a16:colId xmlns:a16="http://schemas.microsoft.com/office/drawing/2014/main" val="1946830848"/>
                    </a:ext>
                  </a:extLst>
                </a:gridCol>
                <a:gridCol w="286002">
                  <a:extLst>
                    <a:ext uri="{9D8B030D-6E8A-4147-A177-3AD203B41FA5}">
                      <a16:colId xmlns:a16="http://schemas.microsoft.com/office/drawing/2014/main" val="2588449691"/>
                    </a:ext>
                  </a:extLst>
                </a:gridCol>
                <a:gridCol w="1361722">
                  <a:extLst>
                    <a:ext uri="{9D8B030D-6E8A-4147-A177-3AD203B41FA5}">
                      <a16:colId xmlns:a16="http://schemas.microsoft.com/office/drawing/2014/main" val="1617201096"/>
                    </a:ext>
                  </a:extLst>
                </a:gridCol>
              </a:tblGrid>
              <a:tr h="182424">
                <a:tc>
                  <a:txBody>
                    <a:bodyPr/>
                    <a:lstStyle/>
                    <a:p>
                      <a:r>
                        <a:rPr lang="en-US" sz="1200" dirty="0"/>
                        <a:t>Opcode 6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displacement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3995"/>
                  </a:ext>
                </a:extLst>
              </a:tr>
              <a:tr h="18242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0000 00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(010)H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220328"/>
                  </a:ext>
                </a:extLst>
              </a:tr>
            </a:tbl>
          </a:graphicData>
        </a:graphic>
      </p:graphicFrame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684E310-CAA1-79DC-6FCA-6244A3227C7E}"/>
              </a:ext>
            </a:extLst>
          </p:cNvPr>
          <p:cNvSpPr/>
          <p:nvPr/>
        </p:nvSpPr>
        <p:spPr>
          <a:xfrm>
            <a:off x="6381371" y="2124527"/>
            <a:ext cx="1886686" cy="3012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Address of literal – PC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A171441-FA2B-0A44-BD9C-B372A8606075}"/>
              </a:ext>
            </a:extLst>
          </p:cNvPr>
          <p:cNvSpPr/>
          <p:nvPr/>
        </p:nvSpPr>
        <p:spPr>
          <a:xfrm>
            <a:off x="11294887" y="1521253"/>
            <a:ext cx="667910" cy="260220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D59EE70-0155-5DA6-4642-48493D70B792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7738941" y="1651363"/>
            <a:ext cx="3555946" cy="69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0A78090-D8C6-64FC-0AB2-0ACE781CCC7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977342" y="1623038"/>
            <a:ext cx="6727917" cy="154100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C446737-0A24-598B-8C8B-685C3AD8BDC3}"/>
              </a:ext>
            </a:extLst>
          </p:cNvPr>
          <p:cNvCxnSpPr>
            <a:cxnSpLocks/>
          </p:cNvCxnSpPr>
          <p:nvPr/>
        </p:nvCxnSpPr>
        <p:spPr>
          <a:xfrm flipV="1">
            <a:off x="7705259" y="2424803"/>
            <a:ext cx="335362" cy="740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C52517B-BBE3-0AD7-A5BF-E6773B28F25C}"/>
              </a:ext>
            </a:extLst>
          </p:cNvPr>
          <p:cNvCxnSpPr>
            <a:stCxn id="39" idx="3"/>
          </p:cNvCxnSpPr>
          <p:nvPr/>
        </p:nvCxnSpPr>
        <p:spPr>
          <a:xfrm flipV="1">
            <a:off x="3707295" y="1495270"/>
            <a:ext cx="500263" cy="1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378EA68-3ED8-2D5D-78FA-999C4F93990E}"/>
              </a:ext>
            </a:extLst>
          </p:cNvPr>
          <p:cNvCxnSpPr>
            <a:cxnSpLocks/>
          </p:cNvCxnSpPr>
          <p:nvPr/>
        </p:nvCxnSpPr>
        <p:spPr>
          <a:xfrm>
            <a:off x="7350402" y="1859969"/>
            <a:ext cx="0" cy="218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198EAE0-2D18-AAF6-9185-D0AFC33BCE87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02508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30CEAA79-F05E-BE23-B59F-ACBB62280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941"/>
              </p:ext>
            </p:extLst>
          </p:nvPr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9064A4A9-84D8-C7DB-0A85-93A3E693D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85174"/>
              </p:ext>
            </p:extLst>
          </p:nvPr>
        </p:nvGraphicFramePr>
        <p:xfrm>
          <a:off x="8133541" y="887422"/>
          <a:ext cx="3479339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1555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292718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45066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3B4DA4-B1A1-AF6E-2A1A-3358CB695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EDE086-F221-4FCE-E27D-5497B53A73FE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B8785-3709-DDCF-9ECE-E8DCE3435466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921A72-78BF-8C91-F673-16B5151237C9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CEC85E-9706-0CF3-0FBE-A19E74A32673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296E6D-AF78-FE48-19CD-3C5239492243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C98022-453D-1AC4-B38A-148EB50E8954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292828-DD5D-B847-DA3C-710CFB81ED64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A56D1C-6590-5959-39D1-BBADFBDBD826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25F7A4-2618-99F6-E58C-803536B56197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1DCC94-98AE-3BBA-49B1-39A5BD5EA578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8BBAAC-3123-4723-BC53-896DA7D9EC64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501F3A-19FE-D444-8C5E-D8AE0E5DCFE3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2CD7B4-735D-78F5-0637-E71A3B7877C6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E427DD-6D0C-C758-988D-0EAF6048EE7B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294393-26A3-5038-07EC-96A2A879A60F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A518D-F573-3647-D3D2-D6973CA8797E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30C149-72D5-FF4E-A6A9-E40D02869254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F4D553-B3DC-0ED9-1FAF-5D9F882ABD43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B83451-13CC-9309-5358-EC84C09D8963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BB5838-404D-DE7E-A7F8-F2FB7D250E18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D1253-69BC-9C85-4C61-A444F326A00F}"/>
              </a:ext>
            </a:extLst>
          </p:cNvPr>
          <p:cNvSpPr/>
          <p:nvPr/>
        </p:nvSpPr>
        <p:spPr>
          <a:xfrm>
            <a:off x="323619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58B244-FE45-DE82-EB9F-C7C103C70514}"/>
              </a:ext>
            </a:extLst>
          </p:cNvPr>
          <p:cNvSpPr/>
          <p:nvPr/>
        </p:nvSpPr>
        <p:spPr>
          <a:xfrm>
            <a:off x="3243895" y="25219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67E9F6-B476-1A7C-E071-DFA2A5AF8A01}"/>
              </a:ext>
            </a:extLst>
          </p:cNvPr>
          <p:cNvSpPr/>
          <p:nvPr/>
        </p:nvSpPr>
        <p:spPr>
          <a:xfrm>
            <a:off x="3243895" y="2405677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2652A6-43A5-8574-2C90-B296314872FC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219F8A0-F0A4-9634-DD5F-4DE3AC6C3103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C44A95-272D-F435-E420-8600A926DB10}"/>
              </a:ext>
            </a:extLst>
          </p:cNvPr>
          <p:cNvSpPr/>
          <p:nvPr/>
        </p:nvSpPr>
        <p:spPr>
          <a:xfrm>
            <a:off x="3243894" y="2252898"/>
            <a:ext cx="477079" cy="139147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30ABA3-F256-42AC-2FA1-E9718230F975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DCE4AD-481D-9376-95AD-DD6E4A4AE4A3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E71E79-E4E9-4726-138D-AFE6F610DE59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10715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51829"/>
              </p:ext>
            </p:extLst>
          </p:nvPr>
        </p:nvGraphicFramePr>
        <p:xfrm>
          <a:off x="548275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13870"/>
              </p:ext>
            </p:extLst>
          </p:nvPr>
        </p:nvGraphicFramePr>
        <p:xfrm>
          <a:off x="8626528" y="887422"/>
          <a:ext cx="3526331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58324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10177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57830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2390A97-5B0B-0198-4E6B-95FDB3E6A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108161-82A2-97DD-3012-3165297363B3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61B20-042A-D885-8D18-23CD96976408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AAB11-C032-AFE7-1651-7D62A28665FE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526DC-2B0E-D6C3-D8EE-C3B286108018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DDE868-D31D-5277-C299-1D392A451DE2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83BAD6-A6E6-7852-9328-3BE316C9E459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D3054-C6A8-0C3A-A651-FDE5B47DB8E3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CCDB70-321D-696B-76A1-23A1F2C366EE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9E74DC-4287-3A4A-FDD8-6927F1B24C3B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574BA0-3B7D-F4EC-4DB4-BB17ACA98042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58F22B-26B2-6B46-B2D0-A7088CCA0107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91C5AF-5ED4-2062-2236-FADB65BB49B0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A392F1-533A-5D4B-7AE3-20031855CD93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4A5556-B587-6501-8C2F-C3C68869D87E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B8F782-3B7B-FA39-5129-7BC1E49648A8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56D260-0E43-4B1B-B8DC-002E7FF53D22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12C9AE-60FC-8122-C2F9-540211837CA5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78D8B7-67FF-547C-5F73-9C892656FEC6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C89B79-42D8-37AE-55E4-051302934D3F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33C62A-AE02-DAEB-88E6-8917344C5833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41F0EF-C5C6-6CBA-30E6-22C642FAB25B}"/>
              </a:ext>
            </a:extLst>
          </p:cNvPr>
          <p:cNvSpPr/>
          <p:nvPr/>
        </p:nvSpPr>
        <p:spPr>
          <a:xfrm>
            <a:off x="323619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58695F-41B8-BAF5-327A-A39CE470CEE3}"/>
              </a:ext>
            </a:extLst>
          </p:cNvPr>
          <p:cNvSpPr/>
          <p:nvPr/>
        </p:nvSpPr>
        <p:spPr>
          <a:xfrm>
            <a:off x="3243895" y="2536739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2EA0D8-7D61-6916-AFFA-7E53338CB1B4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B61294-DCBE-BB92-5E9C-60FABB816DEF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78D166-BC7C-9796-17FB-8094C68E0AAD}"/>
              </a:ext>
            </a:extLst>
          </p:cNvPr>
          <p:cNvSpPr/>
          <p:nvPr/>
        </p:nvSpPr>
        <p:spPr>
          <a:xfrm>
            <a:off x="3236520" y="2401015"/>
            <a:ext cx="484453" cy="100664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D61A4A-9100-4DD0-83DA-2883B5F9B202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1500DD-C327-21B2-52A6-40867C1FF1B3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687ACC-93D7-22E2-42C7-57C7B9ACDAAA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2BC85AC-C04F-A56E-F638-22AD80895C3C}"/>
              </a:ext>
            </a:extLst>
          </p:cNvPr>
          <p:cNvSpPr/>
          <p:nvPr/>
        </p:nvSpPr>
        <p:spPr>
          <a:xfrm>
            <a:off x="4251691" y="1911882"/>
            <a:ext cx="738075" cy="81853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The ASCII values of EOF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0A945B-CAC8-F890-6323-421F75F7D914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 flipV="1">
            <a:off x="3720973" y="2321150"/>
            <a:ext cx="530718" cy="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B481D06-26D1-6CCF-24DC-5CCEEC1E1A8C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032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58193"/>
              </p:ext>
            </p:extLst>
          </p:nvPr>
        </p:nvGraphicFramePr>
        <p:xfrm>
          <a:off x="8133541" y="887422"/>
          <a:ext cx="3649536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2288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5595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9129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562E3E2-73C5-D6C9-0A83-BB55C8E9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2706F3-03A8-9E84-8322-5346D9A6A268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64EB92-B1D9-5E29-5EE3-8052531FEE9F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6FB8F8-AD99-26B4-A562-5B3D0944385A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8C2932-0B07-06DC-4817-A185EBA3D2EC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5BB72D-48B0-0C67-5A36-BBE0BA46D641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C8B91-3117-DC5E-7CB8-F8092A49AE39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9BC167-1670-7237-6B6A-34E4B1D30196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3DC862-7098-1850-DBF1-3CF8406933EE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523C07-1821-1608-C033-895F36CD0177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5651D8-4B8C-BD24-9896-BB1D7066DD11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62F8A1-40B6-F9A7-798C-B8469CF3F890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57D6C5-A831-2707-4079-9F1920D588BE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34168-2113-B2DF-51F5-0B9874B38528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31543C-4FF9-785F-A893-56C82C60140C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407285-9484-D191-C5CE-A7222B2DFF59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AADD57-B989-B093-060C-A22C05EAFC69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22F140-EA49-899D-9B81-6EB763CBC225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9795A4-02DE-8D47-34F7-E14DA4C82890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B17E9C-D74E-0B54-09B6-E5BF3C57AB71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96772A-7B44-C602-807D-F218351FE1A7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96D352-916E-C0B0-96D0-5A7DA391089B}"/>
              </a:ext>
            </a:extLst>
          </p:cNvPr>
          <p:cNvSpPr/>
          <p:nvPr/>
        </p:nvSpPr>
        <p:spPr>
          <a:xfrm>
            <a:off x="3236193" y="264781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046496-E0A8-0F13-D230-7D546D2701DB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B51C3D-018B-6CF9-48E5-8B5C6E38FEE3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7AFCDB-753F-CCDC-6A24-D15665BA396E}"/>
              </a:ext>
            </a:extLst>
          </p:cNvPr>
          <p:cNvSpPr/>
          <p:nvPr/>
        </p:nvSpPr>
        <p:spPr>
          <a:xfrm>
            <a:off x="3236520" y="2541121"/>
            <a:ext cx="484453" cy="100664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82494-F3EA-F175-F995-2D561EC741B8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DE43B4-5310-4642-C374-5B6FE73C129F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E44A26-7A7E-776E-1A62-E40ED40E4F53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524A84-2A08-8561-51D7-8CA87802DADA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F95FA2-4D5E-0BC0-6029-EA8E8E740719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0955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304175"/>
              </p:ext>
            </p:extLst>
          </p:nvPr>
        </p:nvGraphicFramePr>
        <p:xfrm>
          <a:off x="8133541" y="887422"/>
          <a:ext cx="3813355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60744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416819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1035792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9A25EBA-5637-E4CA-231C-8D64EB401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BFEF1E-6214-A4AE-98D4-917A9CE672BA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556AA8-CBB6-C368-3CFD-7AF7AD0F843E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850E11-0820-C9CB-9831-7F692538A530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D01F53-FFA3-C246-B165-F2F3D76A6134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0A746F-892E-5FCA-F71B-5C5CCDA57586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E91809-6428-EA37-070F-04FE7C3D84C4}"/>
              </a:ext>
            </a:extLst>
          </p:cNvPr>
          <p:cNvSpPr/>
          <p:nvPr/>
        </p:nvSpPr>
        <p:spPr>
          <a:xfrm>
            <a:off x="3243895" y="2873491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2EC204-065C-13F3-68A5-5E1D697B1968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FFB53C-6EB5-9977-8180-E9A22919149E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B900D6-9FDF-6CC0-88D0-0ADCDEB4D622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045662-0BF4-4083-7BE3-5C435579BFA4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05212-E3F2-63D8-F756-6F797CB16C69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A7D4DE-6FB1-3B5A-7B73-69B2CA523FCB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9A3A36-2706-89DF-F579-E43F046AA206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56F356-93A3-411E-E27A-B182CE5DB4F0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AF530B-81ED-171E-B9BB-EADC07434BA5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4E13CB-6875-2D3C-9D82-C99A3362E121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1613E6-32EF-54C2-A60B-4FCB11FE22EC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A046FE-526B-473F-DA4C-A751267B5AF2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DBA4CD-548B-D428-B47F-F3F64F332833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3D7ADF-C8AC-EB09-9B3A-B6B30797483D}"/>
              </a:ext>
            </a:extLst>
          </p:cNvPr>
          <p:cNvSpPr/>
          <p:nvPr/>
        </p:nvSpPr>
        <p:spPr>
          <a:xfrm>
            <a:off x="3243895" y="2764130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1782A3-171F-95BB-6918-25258E1F8302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C9F0D0-34C1-863E-3952-7B4006D00FB9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8FF0B0-FA5B-925B-BBE2-5753F38B9891}"/>
              </a:ext>
            </a:extLst>
          </p:cNvPr>
          <p:cNvSpPr/>
          <p:nvPr/>
        </p:nvSpPr>
        <p:spPr>
          <a:xfrm>
            <a:off x="3236520" y="2659105"/>
            <a:ext cx="484453" cy="100664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1B5D12-BC3F-14C8-C0BC-DF2CBB475722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C7E952-C2AA-E158-B0B5-57562B58580D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278BB7-9D2B-F7D1-B708-055C4ECB9E02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0F96D0-7C25-9539-014D-92E3B08D7F99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E54428-EE50-A355-FBC6-BA16D45DFB45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2448EE-20CD-699D-E99A-A8A7AF2319B4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9130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751884"/>
              </p:ext>
            </p:extLst>
          </p:nvPr>
        </p:nvGraphicFramePr>
        <p:xfrm>
          <a:off x="8133541" y="887422"/>
          <a:ext cx="3558195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69694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22016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6648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0C55C6F-1BBF-91C1-DB3E-9F932D5F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E496E1-00F0-DE82-5AA0-01B39D111DBE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FF85D-0DB7-4B97-5B50-9EF9305D15AB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261E6-50D8-078C-9622-CF8B069B0578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9773C4-3E1E-0053-9C3A-E13C4EBD6762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BB1987-9279-A645-A63D-B49D27DD0D15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E87348-EE4B-1991-F7F4-DEA78755A57C}"/>
              </a:ext>
            </a:extLst>
          </p:cNvPr>
          <p:cNvSpPr/>
          <p:nvPr/>
        </p:nvSpPr>
        <p:spPr>
          <a:xfrm>
            <a:off x="3243895" y="2895613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CB14BA-87C1-B564-48CA-E07269D4963B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B55EEE-E3CA-5BCB-9D06-C56179D75CD4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9BB25-C43F-1DFC-3381-BE92816E94DA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6D3E7A-9CA0-BFAE-B485-D62CF1A38847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2BF20A-F897-7D95-5791-230D8FF96507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516803-DF9D-E804-5A9D-23D5CA1EB08E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1656B0-B6FF-C505-5F8A-441FB5DFD3D3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040464-6070-B646-A0A9-57E01BA98F61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2D3C93-8A59-9AEF-6A89-68B161DDF332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C218F8-13D3-0FDF-EA59-BBA8A622F011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02D0B6-0A81-CB7F-1974-F934EB73B250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29B627-E5E0-A7DA-4A1A-5609AF6FF52F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725FB9-9BF3-D1F3-1804-82CDBE3C82E0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F6E991-CD72-36F4-6F51-F4CF49063D1C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1636C5-5757-CEF6-8622-F8B020FB9E6A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3A9177-B5C3-E7DC-C0B0-D01BBD42B308}"/>
              </a:ext>
            </a:extLst>
          </p:cNvPr>
          <p:cNvSpPr/>
          <p:nvPr/>
        </p:nvSpPr>
        <p:spPr>
          <a:xfrm>
            <a:off x="3236520" y="2762340"/>
            <a:ext cx="484453" cy="120715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22E917-EED1-D699-34DF-A3E6059EF2A3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C654DC-F925-B8E4-395D-3544761C4319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50658A-98EF-68A6-1144-37E355B55E1D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89C23D-ED7C-8453-9A67-451E7D525F86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3A7C93-8C8D-F151-6C3E-205B60DE9016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0CF0B5-C5E6-DCC5-A415-0B30DBBEB336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2C787B-CF3E-7F05-C741-42E26AC0B14E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41658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163698"/>
              </p:ext>
            </p:extLst>
          </p:nvPr>
        </p:nvGraphicFramePr>
        <p:xfrm>
          <a:off x="8133541" y="887422"/>
          <a:ext cx="3649536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2288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5595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9129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A7E30D9-9493-652F-C2DD-54589A299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3DF919-6703-C223-7F19-CB7C979A7BB9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A30C5-ABE5-0577-B218-C72BF42814F0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D45ACB-2784-C269-EE51-658036C64714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1BC6E-6138-FC7E-0383-2686A05EE2D2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83A86-54A7-7584-287E-9D8F9381FD0C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EE9A75-F00F-F6BB-1C7F-25F6784C070E}"/>
              </a:ext>
            </a:extLst>
          </p:cNvPr>
          <p:cNvSpPr/>
          <p:nvPr/>
        </p:nvSpPr>
        <p:spPr>
          <a:xfrm>
            <a:off x="3220276" y="5017776"/>
            <a:ext cx="477079" cy="9589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269443-B94D-7B00-6171-B6447A6DC7A4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3148CE-130E-119F-F91C-F91B3AE77348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E7BE98-6DDD-2D2F-E3B3-FC21829478A0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F10494-EF30-FF75-4870-136A9746FBFF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AFE0-E2BF-E187-184C-346E101522F5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795E2-2F41-987A-64F5-E177132390A5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D34952-D400-B59F-B0A0-8EC46CBB97E6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092214-9E69-E97D-E486-9B403250F412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598F9-D2C6-5341-F605-F20D43ABDEFF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99AC6A-513E-72D4-E7D4-4EA9D5E73CCC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0F795C-BF0A-09EC-8D77-6B1EF7A0DED9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7E8DA9-3076-B428-B673-0FB5A8487D8F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439389-D4BA-93E8-750A-A1EAC388FD0F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865D28-BF25-D456-2E1A-E50AC1DDADB1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2D58059-0754-C0D4-B119-21FA25D5332E}"/>
              </a:ext>
            </a:extLst>
          </p:cNvPr>
          <p:cNvSpPr/>
          <p:nvPr/>
        </p:nvSpPr>
        <p:spPr>
          <a:xfrm>
            <a:off x="3236520" y="2909817"/>
            <a:ext cx="484453" cy="120715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FDEA1D-6885-18A7-372B-0F9AAA645FDF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9A2D74-68B9-A45E-179D-A8D450AF5FB7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663CDB-DAAA-8730-070B-D4A4447BAAC0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753C94-4D8C-C2DF-22E6-4267BDF66A97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7081DA-E096-BC9B-EC80-F9D7EBCD657B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7C042A-58A8-4E5E-CE69-79272D4B16F8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A63A22-1F3B-F9E5-60ED-4142521414A2}"/>
              </a:ext>
            </a:extLst>
          </p:cNvPr>
          <p:cNvSpPr/>
          <p:nvPr/>
        </p:nvSpPr>
        <p:spPr>
          <a:xfrm>
            <a:off x="3247577" y="278707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476F29-A42B-F65F-A420-31DC095A2F6E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8070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221892"/>
              </p:ext>
            </p:extLst>
          </p:nvPr>
        </p:nvGraphicFramePr>
        <p:xfrm>
          <a:off x="8133541" y="887422"/>
          <a:ext cx="3649535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2287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5595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9129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DE4AD7B9-AD96-3613-DB49-4A333F4B3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6A91209E-5287-6592-A84F-3401D1B38181}"/>
              </a:ext>
            </a:extLst>
          </p:cNvPr>
          <p:cNvSpPr/>
          <p:nvPr/>
        </p:nvSpPr>
        <p:spPr>
          <a:xfrm>
            <a:off x="3220277" y="5698436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E6CDBA-940F-4FD2-6626-5B5A611994D8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0159F6-AFCF-CC53-52FA-C6E71A0612B7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F21260A-4D2B-3E99-8508-5FF831A6D017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F02813-462A-94DC-D961-E87E5C290398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D2737F-BCA5-2F71-4C0A-4C6283E3FD50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3E1C4C5-1C5F-A424-69F9-F3ADF99CDE9D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97B137-7663-7E8E-0D6F-C4231F4A8266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AD566B-8E08-B7A0-94E1-AC11E96B5405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D30FB6-2278-F775-10DA-E2CDC5279BCD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B5EEAFB-5DFE-556C-5768-43799C82ECB2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B7D83E-F88F-24C5-7FDE-1A682A457041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0754D23-BED4-2EDF-1172-FD6DE48DF873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A3B911-612B-98EE-5AF8-590CD040FE82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3A548BF-41C1-AA7D-14B7-FBFA8C90AAD7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792E06-663E-7FCC-EB27-13A1670EAEFE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B692AC-501E-E846-EFEE-2D20F2C6D0EF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5AEE4C1-558F-F891-80DD-1CDD3706768B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4677A1-3F47-4FC0-CEB3-815D7DF50E17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FC20DF-32A2-D162-BB7D-93ACB7060AE7}"/>
              </a:ext>
            </a:extLst>
          </p:cNvPr>
          <p:cNvSpPr/>
          <p:nvPr/>
        </p:nvSpPr>
        <p:spPr>
          <a:xfrm>
            <a:off x="3222842" y="4990585"/>
            <a:ext cx="484453" cy="120715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8794FA6-620D-9C58-EB31-1781DD442BF8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B50EBF8-484A-70C3-9BA6-2628449911DA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CCD2C9A-EA6D-9161-880D-D9FCDC0CF7E0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D9218A-1B3C-2D19-10F1-E4EF6EC8CDA2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656E5E-CE97-C099-A0B7-A02EE5653B4B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EC5AC2-DD6A-E1E7-D32A-5D8AA9A069B7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C83F09B-6D9C-1C0A-FC7A-EC9B35BA70FB}"/>
              </a:ext>
            </a:extLst>
          </p:cNvPr>
          <p:cNvSpPr/>
          <p:nvPr/>
        </p:nvSpPr>
        <p:spPr>
          <a:xfrm>
            <a:off x="3247577" y="278707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81E570-15DF-31CE-2D5A-F6AEB2B5E545}"/>
              </a:ext>
            </a:extLst>
          </p:cNvPr>
          <p:cNvSpPr/>
          <p:nvPr/>
        </p:nvSpPr>
        <p:spPr>
          <a:xfrm>
            <a:off x="3243894" y="291708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947A14-299C-68D7-E114-7E1E9712E4E7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63204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515297"/>
              </p:ext>
            </p:extLst>
          </p:nvPr>
        </p:nvGraphicFramePr>
        <p:xfrm>
          <a:off x="8133541" y="887422"/>
          <a:ext cx="3649536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2288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5595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9129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B74790F-7F3A-5C10-1300-32E18B75C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B19D77-CF50-1C93-F812-F8DD0F9D222B}"/>
              </a:ext>
            </a:extLst>
          </p:cNvPr>
          <p:cNvSpPr/>
          <p:nvPr/>
        </p:nvSpPr>
        <p:spPr>
          <a:xfrm>
            <a:off x="3220277" y="6056244"/>
            <a:ext cx="477079" cy="13914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FB71B-0127-97A4-8FB0-188BD21C27A9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68950-A16C-5C9F-4CF6-84E211D45255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20847-DBDE-56D1-1DF8-64F2345428B8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589720-FEE1-9C78-6A8C-84D70778E4C4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4B4A35-55EF-37FA-B285-D7C54D4E9639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C9314E-C812-900C-EEAF-832101B46ECD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2592FC-C167-CBBF-CE64-FFABD460ED03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42386C-4036-1DEA-BD07-F0F44F25057D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A4ADFD-3CED-1596-8781-230A4D28A095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116846-EE7E-7726-EB20-5AA04CD0D42C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277A27-F824-B30A-D9B3-A04ADAFB4E17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4017D-CE1E-8B1C-E392-D1EBBD35BCE7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EF8344-6E5E-B127-7120-9B8460535FCE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17F712-CAEA-2C77-479C-9DA7AEE2A84D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669EA7-9601-6F6F-6658-971A9F713A42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190036-C6AB-94DD-82E3-9B176E2B580E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9987C4-D807-CC40-2E11-A24D7A6B256B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884D1B-0F3E-B568-038B-01A57DF8DF54}"/>
              </a:ext>
            </a:extLst>
          </p:cNvPr>
          <p:cNvSpPr/>
          <p:nvPr/>
        </p:nvSpPr>
        <p:spPr>
          <a:xfrm>
            <a:off x="3236520" y="5714834"/>
            <a:ext cx="484453" cy="120715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542E27-CDFB-64F6-6331-1C2D9632F34F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AD69CD-09B1-8021-314E-0FC2B4B04DDF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9B983E-8EAC-C0A7-F99B-3AB37B05E83E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A4D908-60F2-4B05-622F-0150A4AC8792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91CBB8-D4EB-57E5-0D51-7316CC8697E3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768061-450A-1721-447D-D5B979459C5A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D11662-AC4D-6485-0432-146809DDDC04}"/>
              </a:ext>
            </a:extLst>
          </p:cNvPr>
          <p:cNvSpPr/>
          <p:nvPr/>
        </p:nvSpPr>
        <p:spPr>
          <a:xfrm>
            <a:off x="3247577" y="278707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4B58DE5-A195-363E-B2D4-327EEB231A77}"/>
              </a:ext>
            </a:extLst>
          </p:cNvPr>
          <p:cNvSpPr/>
          <p:nvPr/>
        </p:nvSpPr>
        <p:spPr>
          <a:xfrm>
            <a:off x="3243894" y="291708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EDDB56-1BA2-2850-70F2-1BBE9E3D7E66}"/>
              </a:ext>
            </a:extLst>
          </p:cNvPr>
          <p:cNvSpPr/>
          <p:nvPr/>
        </p:nvSpPr>
        <p:spPr>
          <a:xfrm>
            <a:off x="3248273" y="4998378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BE71C6-2403-3563-EDED-7B8F2FF544EE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0839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35" name="Table 6">
            <a:extLst>
              <a:ext uri="{FF2B5EF4-FFF2-40B4-BE49-F238E27FC236}">
                <a16:creationId xmlns:a16="http://schemas.microsoft.com/office/drawing/2014/main" id="{D685F15D-DFAB-8857-1A02-D98146E912E6}"/>
              </a:ext>
            </a:extLst>
          </p:cNvPr>
          <p:cNvGraphicFramePr>
            <a:graphicFrameLocks noGrp="1"/>
          </p:cNvGraphicFramePr>
          <p:nvPr/>
        </p:nvGraphicFramePr>
        <p:xfrm>
          <a:off x="9499313" y="2126959"/>
          <a:ext cx="2212743" cy="472753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1263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650052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650052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30723"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Symbol Table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Symbol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Type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Value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FIRST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0000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CLOOP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0006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ENDFIL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001A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RETADR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0030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LENGTH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0033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BUFFER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BUFFEND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MAXLEN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RDREC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RLOOP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1040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EXIT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INPUT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105C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WRREC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WLOOP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1062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6" name="Table 6">
            <a:extLst>
              <a:ext uri="{FF2B5EF4-FFF2-40B4-BE49-F238E27FC236}">
                <a16:creationId xmlns:a16="http://schemas.microsoft.com/office/drawing/2014/main" id="{8AAFC1F8-A729-E6B8-51CC-B2B0F1DF28A6}"/>
              </a:ext>
            </a:extLst>
          </p:cNvPr>
          <p:cNvGraphicFramePr>
            <a:graphicFrameLocks noGrp="1"/>
          </p:cNvGraphicFramePr>
          <p:nvPr/>
        </p:nvGraphicFramePr>
        <p:xfrm>
          <a:off x="8993175" y="897911"/>
          <a:ext cx="3184540" cy="124035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54510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265038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64992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15379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Literal Table</a:t>
                      </a: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284976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Name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value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Address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284976">
                <a:tc>
                  <a:txBody>
                    <a:bodyPr/>
                    <a:lstStyle/>
                    <a:p>
                      <a:r>
                        <a:rPr lang="en-GB" sz="1400" dirty="0"/>
                        <a:t>=C’EOF’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454F46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002D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15379">
                <a:tc>
                  <a:txBody>
                    <a:bodyPr/>
                    <a:lstStyle/>
                    <a:p>
                      <a:r>
                        <a:rPr lang="en-GB" sz="1400" dirty="0"/>
                        <a:t>=X’05’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1076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6727500-246E-2B6D-62AF-3144D86BD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2DB633-CC1D-5077-AB65-752F670A0ED5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0F8E4-A7BD-F692-5970-08F6BF06D343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677A5-CFBA-AAC0-409C-6F8560C7B4DB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8F731-C24B-BBB4-11A6-DCC2A8A5BB11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4475B-DB47-057A-A2FA-AF54606F1B16}"/>
              </a:ext>
            </a:extLst>
          </p:cNvPr>
          <p:cNvSpPr/>
          <p:nvPr/>
        </p:nvSpPr>
        <p:spPr>
          <a:xfrm>
            <a:off x="3220276" y="653024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0B275B-318B-2951-30EC-5F11F057BC31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8B1C45-BC3A-FC67-8840-19D4DDAC0F1C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C0C2D7-5552-F10A-C731-331BB9E317E5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3C49F8-AD59-F716-B50A-77325EA9AA09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FF2BB1-EB96-3701-71BE-717E49EDE09C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8E1F7-52E7-E992-ECC6-7EC331067B28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6C4951-F199-31EB-1A3F-D1FFC2DBE624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1B1A71-134C-CF62-4CA6-CBF8CAEBF98D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3B95D7-A2D6-ECE0-744B-8B623BF294EE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0E905E-CEDA-0E3B-0262-21B32A4D488C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881D37-04A1-A49E-5F5B-8A12BD89FAFA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F1E57F-4DE7-0500-A6F1-7510205780D4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889D7F-926C-FD1D-DEC2-5C4E7B267800}"/>
              </a:ext>
            </a:extLst>
          </p:cNvPr>
          <p:cNvSpPr/>
          <p:nvPr/>
        </p:nvSpPr>
        <p:spPr>
          <a:xfrm>
            <a:off x="3243894" y="6061953"/>
            <a:ext cx="484453" cy="120715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F9A4B5-BC8D-DEFF-7B80-2599468EB9AC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1C435F-0B91-57F2-A725-155449552CD3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6F1FEA-70D7-A299-6393-C62D92103E77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C353E5-7BA7-0B2A-8B4D-40F4364DA310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32B251-01EE-FF08-8BBD-F9E68BB56980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9BD7F1-7D91-7056-8C14-EB6026AF83E7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12E687-A806-372F-5CD7-AAE60E518B6B}"/>
              </a:ext>
            </a:extLst>
          </p:cNvPr>
          <p:cNvSpPr/>
          <p:nvPr/>
        </p:nvSpPr>
        <p:spPr>
          <a:xfrm>
            <a:off x="3247577" y="278707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462680-C764-9247-DE91-4440A3F21C9B}"/>
              </a:ext>
            </a:extLst>
          </p:cNvPr>
          <p:cNvSpPr/>
          <p:nvPr/>
        </p:nvSpPr>
        <p:spPr>
          <a:xfrm>
            <a:off x="3243894" y="291708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9E163C-97C7-DA78-1E3B-E62E892E89FC}"/>
              </a:ext>
            </a:extLst>
          </p:cNvPr>
          <p:cNvSpPr/>
          <p:nvPr/>
        </p:nvSpPr>
        <p:spPr>
          <a:xfrm>
            <a:off x="3248273" y="4998378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4B18FA-92DD-9BBC-F13D-AB85275563B1}"/>
              </a:ext>
            </a:extLst>
          </p:cNvPr>
          <p:cNvSpPr/>
          <p:nvPr/>
        </p:nvSpPr>
        <p:spPr>
          <a:xfrm>
            <a:off x="3243893" y="5714194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3188D6AD-8A1A-CA22-C871-1C13A9750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992549"/>
              </p:ext>
            </p:extLst>
          </p:nvPr>
        </p:nvGraphicFramePr>
        <p:xfrm>
          <a:off x="4217496" y="5550322"/>
          <a:ext cx="4639355" cy="548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4500">
                  <a:extLst>
                    <a:ext uri="{9D8B030D-6E8A-4147-A177-3AD203B41FA5}">
                      <a16:colId xmlns:a16="http://schemas.microsoft.com/office/drawing/2014/main" val="1655638134"/>
                    </a:ext>
                  </a:extLst>
                </a:gridCol>
                <a:gridCol w="261485">
                  <a:extLst>
                    <a:ext uri="{9D8B030D-6E8A-4147-A177-3AD203B41FA5}">
                      <a16:colId xmlns:a16="http://schemas.microsoft.com/office/drawing/2014/main" val="2897971996"/>
                    </a:ext>
                  </a:extLst>
                </a:gridCol>
                <a:gridCol w="265430">
                  <a:extLst>
                    <a:ext uri="{9D8B030D-6E8A-4147-A177-3AD203B41FA5}">
                      <a16:colId xmlns:a16="http://schemas.microsoft.com/office/drawing/2014/main" val="3512435341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1413828676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2359403969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3636103992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3847182729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2877491270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1826931369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19090039"/>
                    </a:ext>
                  </a:extLst>
                </a:gridCol>
                <a:gridCol w="261485">
                  <a:extLst>
                    <a:ext uri="{9D8B030D-6E8A-4147-A177-3AD203B41FA5}">
                      <a16:colId xmlns:a16="http://schemas.microsoft.com/office/drawing/2014/main" val="1946830848"/>
                    </a:ext>
                  </a:extLst>
                </a:gridCol>
                <a:gridCol w="261485">
                  <a:extLst>
                    <a:ext uri="{9D8B030D-6E8A-4147-A177-3AD203B41FA5}">
                      <a16:colId xmlns:a16="http://schemas.microsoft.com/office/drawing/2014/main" val="2588449691"/>
                    </a:ext>
                  </a:extLst>
                </a:gridCol>
                <a:gridCol w="1233470">
                  <a:extLst>
                    <a:ext uri="{9D8B030D-6E8A-4147-A177-3AD203B41FA5}">
                      <a16:colId xmlns:a16="http://schemas.microsoft.com/office/drawing/2014/main" val="1617201096"/>
                    </a:ext>
                  </a:extLst>
                </a:gridCol>
              </a:tblGrid>
              <a:tr h="182424">
                <a:tc gridSpan="6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Opcode 6 bits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displacement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3995"/>
                  </a:ext>
                </a:extLst>
              </a:tr>
              <a:tr h="182424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(011)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220328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FF575A2-0570-8C97-23E4-BA2E7AE523EB}"/>
              </a:ext>
            </a:extLst>
          </p:cNvPr>
          <p:cNvSpPr/>
          <p:nvPr/>
        </p:nvSpPr>
        <p:spPr>
          <a:xfrm>
            <a:off x="6950602" y="4769778"/>
            <a:ext cx="2212743" cy="457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Address of literal – PC 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FEF851-F950-3613-3043-15DE735CEAB6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973603" y="5112839"/>
            <a:ext cx="7836442" cy="7984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991A1F3-F4D8-F7B7-0330-2F93011EB837}"/>
              </a:ext>
            </a:extLst>
          </p:cNvPr>
          <p:cNvSpPr/>
          <p:nvPr/>
        </p:nvSpPr>
        <p:spPr>
          <a:xfrm>
            <a:off x="6931776" y="4161925"/>
            <a:ext cx="2212743" cy="457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1076-1065 =011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227C48B-1855-BF8A-03C4-18BBA13A3803}"/>
              </a:ext>
            </a:extLst>
          </p:cNvPr>
          <p:cNvCxnSpPr>
            <a:cxnSpLocks/>
          </p:cNvCxnSpPr>
          <p:nvPr/>
        </p:nvCxnSpPr>
        <p:spPr>
          <a:xfrm flipH="1">
            <a:off x="7879743" y="1760561"/>
            <a:ext cx="3707206" cy="31294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7CD2114-F9F0-7372-5EBA-00CB601F74A9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3720972" y="5774552"/>
            <a:ext cx="496524" cy="5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2650B13-CC0C-2632-5290-0310F8C230E4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49056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35" name="Table 6">
            <a:extLst>
              <a:ext uri="{FF2B5EF4-FFF2-40B4-BE49-F238E27FC236}">
                <a16:creationId xmlns:a16="http://schemas.microsoft.com/office/drawing/2014/main" id="{D685F15D-DFAB-8857-1A02-D98146E912E6}"/>
              </a:ext>
            </a:extLst>
          </p:cNvPr>
          <p:cNvGraphicFramePr>
            <a:graphicFrameLocks noGrp="1"/>
          </p:cNvGraphicFramePr>
          <p:nvPr/>
        </p:nvGraphicFramePr>
        <p:xfrm>
          <a:off x="9499313" y="2126959"/>
          <a:ext cx="2212743" cy="472753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1263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650052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650052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30723"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Symbol Table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Symbol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Type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Value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FIRST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0000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CLOOP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0006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ENDFIL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001A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RETADR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0030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LENGTH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0033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BUFFER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BUFFEND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MAXLEN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RDREC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1036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RLOOP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1040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EXIT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INPUT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105C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272393">
                <a:tc>
                  <a:txBody>
                    <a:bodyPr/>
                    <a:lstStyle/>
                    <a:p>
                      <a:r>
                        <a:rPr lang="en-GB" sz="1200" dirty="0"/>
                        <a:t>WRREC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105D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30723">
                <a:tc>
                  <a:txBody>
                    <a:bodyPr/>
                    <a:lstStyle/>
                    <a:p>
                      <a:r>
                        <a:rPr lang="en-GB" sz="1200" dirty="0"/>
                        <a:t>WLOOP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1062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6" name="Table 6">
            <a:extLst>
              <a:ext uri="{FF2B5EF4-FFF2-40B4-BE49-F238E27FC236}">
                <a16:creationId xmlns:a16="http://schemas.microsoft.com/office/drawing/2014/main" id="{8AAFC1F8-A729-E6B8-51CC-B2B0F1DF28A6}"/>
              </a:ext>
            </a:extLst>
          </p:cNvPr>
          <p:cNvGraphicFramePr>
            <a:graphicFrameLocks noGrp="1"/>
          </p:cNvGraphicFramePr>
          <p:nvPr/>
        </p:nvGraphicFramePr>
        <p:xfrm>
          <a:off x="8993175" y="897911"/>
          <a:ext cx="3184540" cy="124035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54510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265038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64992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15379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Literal Table</a:t>
                      </a: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284976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Name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value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Address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284976">
                <a:tc>
                  <a:txBody>
                    <a:bodyPr/>
                    <a:lstStyle/>
                    <a:p>
                      <a:r>
                        <a:rPr lang="en-GB" sz="1400" dirty="0"/>
                        <a:t>=C’EOF’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454F46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002D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15379">
                <a:tc>
                  <a:txBody>
                    <a:bodyPr/>
                    <a:lstStyle/>
                    <a:p>
                      <a:r>
                        <a:rPr lang="en-GB" sz="1400" dirty="0"/>
                        <a:t>=X’05’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1076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4F8543F-17B8-2CCA-9F6C-B15BB9C31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A4E9EC-797D-A3E6-C2F2-22D466B698D4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5ABB4E-A90B-747E-C03E-CD6DE67E32F7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C7DAB-697E-494C-628A-7FE9074ED826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62087-B4C8-8A6F-CAEF-FE823DFF554A}"/>
              </a:ext>
            </a:extLst>
          </p:cNvPr>
          <p:cNvSpPr/>
          <p:nvPr/>
        </p:nvSpPr>
        <p:spPr>
          <a:xfrm>
            <a:off x="3220276" y="6653069"/>
            <a:ext cx="477079" cy="119029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9F293-6FA6-4D5D-97BD-1617264B6234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B790D-C529-81B4-2367-EB65D369CD8C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8821F-7F88-EED7-DDE4-5214950CC57F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CE6AB1-0A3E-297B-B627-2F43693CE6EF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CD2ECE-7372-1944-7367-BDA8C649EBB3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265004-8C89-F3EC-60D5-5186C5BD6471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9CF2B7-6B2E-705B-46C4-CFAFEF9783E8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1ADBB4-6AA1-B817-8ABF-520F6BA372C8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38908E-F339-1D9A-F5E5-E016BC735813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73E1F0-6496-BA31-9A72-312E467C324A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500874-4DD9-89E9-FE0E-E4A5F995C411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E1B7EF-BC4A-8FDD-C4E7-B72CD1715492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C012EE-9709-C50E-8271-08B719251C83}"/>
              </a:ext>
            </a:extLst>
          </p:cNvPr>
          <p:cNvSpPr/>
          <p:nvPr/>
        </p:nvSpPr>
        <p:spPr>
          <a:xfrm>
            <a:off x="3236519" y="6528401"/>
            <a:ext cx="484453" cy="120715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0D9AEC-1C7D-3A81-988F-12FBD3B4FB09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8E6DF8-D171-4828-A2DE-0C67897FE7DD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300F09-C2CF-A75F-F047-497562F14F60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8B0C26-BA39-F2AA-6F5B-734A07238559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6716F2-0CB6-79FB-58B6-E3A5D12F33A3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0EBDDC-7EEE-A8D6-730D-B4862D7328A5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BDB8BD-5643-D419-5D27-E28B3BFCB056}"/>
              </a:ext>
            </a:extLst>
          </p:cNvPr>
          <p:cNvSpPr/>
          <p:nvPr/>
        </p:nvSpPr>
        <p:spPr>
          <a:xfrm>
            <a:off x="3247577" y="278707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12CB3E-E009-060D-BD98-17971B9B2FB0}"/>
              </a:ext>
            </a:extLst>
          </p:cNvPr>
          <p:cNvSpPr/>
          <p:nvPr/>
        </p:nvSpPr>
        <p:spPr>
          <a:xfrm>
            <a:off x="3243894" y="291708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C750B5-E470-FD6D-1484-2A0D6B046875}"/>
              </a:ext>
            </a:extLst>
          </p:cNvPr>
          <p:cNvSpPr/>
          <p:nvPr/>
        </p:nvSpPr>
        <p:spPr>
          <a:xfrm>
            <a:off x="3248273" y="4998378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E21E6B-A892-4118-DC5C-F0CF1E0CE793}"/>
              </a:ext>
            </a:extLst>
          </p:cNvPr>
          <p:cNvSpPr/>
          <p:nvPr/>
        </p:nvSpPr>
        <p:spPr>
          <a:xfrm>
            <a:off x="3243893" y="5714194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40E3EB-5304-1B76-78B7-65B9CBDB735D}"/>
              </a:ext>
            </a:extLst>
          </p:cNvPr>
          <p:cNvSpPr/>
          <p:nvPr/>
        </p:nvSpPr>
        <p:spPr>
          <a:xfrm>
            <a:off x="3247576" y="6078682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839E4C4-E4F4-FE59-81D3-E5C0044FC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72031"/>
              </p:ext>
            </p:extLst>
          </p:nvPr>
        </p:nvGraphicFramePr>
        <p:xfrm>
          <a:off x="4221357" y="5824307"/>
          <a:ext cx="4730914" cy="548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4500">
                  <a:extLst>
                    <a:ext uri="{9D8B030D-6E8A-4147-A177-3AD203B41FA5}">
                      <a16:colId xmlns:a16="http://schemas.microsoft.com/office/drawing/2014/main" val="1655638134"/>
                    </a:ext>
                  </a:extLst>
                </a:gridCol>
                <a:gridCol w="261485">
                  <a:extLst>
                    <a:ext uri="{9D8B030D-6E8A-4147-A177-3AD203B41FA5}">
                      <a16:colId xmlns:a16="http://schemas.microsoft.com/office/drawing/2014/main" val="2897971996"/>
                    </a:ext>
                  </a:extLst>
                </a:gridCol>
                <a:gridCol w="356989">
                  <a:extLst>
                    <a:ext uri="{9D8B030D-6E8A-4147-A177-3AD203B41FA5}">
                      <a16:colId xmlns:a16="http://schemas.microsoft.com/office/drawing/2014/main" val="3512435341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1413828676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2359403969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3636103992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3847182729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2877491270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1826931369"/>
                    </a:ext>
                  </a:extLst>
                </a:gridCol>
                <a:gridCol w="294500">
                  <a:extLst>
                    <a:ext uri="{9D8B030D-6E8A-4147-A177-3AD203B41FA5}">
                      <a16:colId xmlns:a16="http://schemas.microsoft.com/office/drawing/2014/main" val="19090039"/>
                    </a:ext>
                  </a:extLst>
                </a:gridCol>
                <a:gridCol w="261485">
                  <a:extLst>
                    <a:ext uri="{9D8B030D-6E8A-4147-A177-3AD203B41FA5}">
                      <a16:colId xmlns:a16="http://schemas.microsoft.com/office/drawing/2014/main" val="1946830848"/>
                    </a:ext>
                  </a:extLst>
                </a:gridCol>
                <a:gridCol w="261485">
                  <a:extLst>
                    <a:ext uri="{9D8B030D-6E8A-4147-A177-3AD203B41FA5}">
                      <a16:colId xmlns:a16="http://schemas.microsoft.com/office/drawing/2014/main" val="2588449691"/>
                    </a:ext>
                  </a:extLst>
                </a:gridCol>
                <a:gridCol w="1233470">
                  <a:extLst>
                    <a:ext uri="{9D8B030D-6E8A-4147-A177-3AD203B41FA5}">
                      <a16:colId xmlns:a16="http://schemas.microsoft.com/office/drawing/2014/main" val="1617201096"/>
                    </a:ext>
                  </a:extLst>
                </a:gridCol>
              </a:tblGrid>
              <a:tr h="182424">
                <a:tc gridSpan="6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Opcode 6 bits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displacement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3995"/>
                  </a:ext>
                </a:extLst>
              </a:tr>
              <a:tr h="182424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(008)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220328"/>
                  </a:ext>
                </a:extLst>
              </a:tr>
            </a:tbl>
          </a:graphicData>
        </a:graphic>
      </p:graphicFrame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2CAFFFC-0B9E-B730-E84A-F8402BAC3E9B}"/>
              </a:ext>
            </a:extLst>
          </p:cNvPr>
          <p:cNvSpPr/>
          <p:nvPr/>
        </p:nvSpPr>
        <p:spPr>
          <a:xfrm>
            <a:off x="6954463" y="5082183"/>
            <a:ext cx="2212743" cy="457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Address of literal – PC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C9D5125-3295-654C-135B-4D52BD3A555A}"/>
              </a:ext>
            </a:extLst>
          </p:cNvPr>
          <p:cNvSpPr/>
          <p:nvPr/>
        </p:nvSpPr>
        <p:spPr>
          <a:xfrm>
            <a:off x="6935637" y="4474330"/>
            <a:ext cx="2212743" cy="457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1076-106E =008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5C86E36A-0781-3ED1-3D6C-BD6E3E69D321}"/>
              </a:ext>
            </a:extLst>
          </p:cNvPr>
          <p:cNvSpPr/>
          <p:nvPr/>
        </p:nvSpPr>
        <p:spPr>
          <a:xfrm>
            <a:off x="3720972" y="6103500"/>
            <a:ext cx="477079" cy="91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209FB3-FA76-9A0D-9069-0B906D637E7B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59572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471909"/>
              </p:ext>
            </p:extLst>
          </p:nvPr>
        </p:nvGraphicFramePr>
        <p:xfrm>
          <a:off x="8133541" y="887422"/>
          <a:ext cx="3649536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2288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5595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9129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372A3B5-E785-20F0-24F9-7E3348813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F6A6BF-EFB9-4C64-3C2A-65AED7A2FB8F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A60F0A-DA68-79A9-6608-6504EA0B4923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A7625-08C7-1162-601B-167CEDF015D9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D66594-8F83-9C88-1ECA-93E57266EB04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F6A529-989F-1999-C33E-10EDF4EF6EBC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1C41D-C9B1-D455-1015-73E39C39BC18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D0D4CD-E7AC-D621-7524-A44942CE926A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52FF6B-1966-5269-803A-B7766228E933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B95ECE-834A-0CF8-714C-1924AA24532B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AAA640-CF70-D785-9C52-D81045583D88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C4A16D-1874-EB8B-07B2-875975DA6CD7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B39CA4-8E71-B538-6D26-63145BC6ADBF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46946B-F6AA-B8D5-A7B4-8DE5E7793732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72571B-3AF3-95EE-B386-5939633DBED9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8DD238-77D8-A7BF-BFD5-8B057A32FDD8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57DAC2-23E0-8E96-1581-4112DB9C7B4B}"/>
              </a:ext>
            </a:extLst>
          </p:cNvPr>
          <p:cNvSpPr/>
          <p:nvPr/>
        </p:nvSpPr>
        <p:spPr>
          <a:xfrm>
            <a:off x="3236519" y="6667752"/>
            <a:ext cx="484453" cy="120715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??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689F23-7F42-7D60-697E-51461E454C84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D484EF-D0C3-5DC0-1497-8DA4D7271FDE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97D707-4A62-199F-093C-F72EBF6EEDF6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971C4D-7FD6-DC0C-04B3-16D6A705C140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D96DF5-0A1F-324E-3F28-9709E6DCF055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DCD2EB-FAD1-DE3E-6078-41ADBA37E835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A0345B-6513-2E74-4DDE-142F5B33E2C2}"/>
              </a:ext>
            </a:extLst>
          </p:cNvPr>
          <p:cNvSpPr/>
          <p:nvPr/>
        </p:nvSpPr>
        <p:spPr>
          <a:xfrm>
            <a:off x="3247577" y="278707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879AE8-37D8-B3B5-A81D-4062D6DDEBFB}"/>
              </a:ext>
            </a:extLst>
          </p:cNvPr>
          <p:cNvSpPr/>
          <p:nvPr/>
        </p:nvSpPr>
        <p:spPr>
          <a:xfrm>
            <a:off x="3243894" y="291708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9F4BE7-1029-CA6A-AF8F-A2C7DAC7841B}"/>
              </a:ext>
            </a:extLst>
          </p:cNvPr>
          <p:cNvSpPr/>
          <p:nvPr/>
        </p:nvSpPr>
        <p:spPr>
          <a:xfrm>
            <a:off x="3248273" y="4998378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E75B82-81DF-8BFE-FE1E-EFE67609DF94}"/>
              </a:ext>
            </a:extLst>
          </p:cNvPr>
          <p:cNvSpPr/>
          <p:nvPr/>
        </p:nvSpPr>
        <p:spPr>
          <a:xfrm>
            <a:off x="3243893" y="5714194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8213E3-6FC9-11E7-7BCF-A93BFCDC35F0}"/>
              </a:ext>
            </a:extLst>
          </p:cNvPr>
          <p:cNvSpPr/>
          <p:nvPr/>
        </p:nvSpPr>
        <p:spPr>
          <a:xfrm>
            <a:off x="3247576" y="6078682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ED80389-3CE3-9F52-B1D0-DD32F07A104E}"/>
              </a:ext>
            </a:extLst>
          </p:cNvPr>
          <p:cNvSpPr/>
          <p:nvPr/>
        </p:nvSpPr>
        <p:spPr>
          <a:xfrm>
            <a:off x="3247575" y="65279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09D3DD-9331-3B94-1D90-0E156BF25F80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7186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BDB4360-BC9D-5AE2-CB06-325D027264F0}"/>
              </a:ext>
            </a:extLst>
          </p:cNvPr>
          <p:cNvSpPr/>
          <p:nvPr/>
        </p:nvSpPr>
        <p:spPr>
          <a:xfrm>
            <a:off x="-7255" y="897911"/>
            <a:ext cx="12213540" cy="737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4FA63345-7DC0-EC29-2A61-63BC6809F45C}"/>
              </a:ext>
            </a:extLst>
          </p:cNvPr>
          <p:cNvGraphicFramePr>
            <a:graphicFrameLocks noGrp="1"/>
          </p:cNvGraphicFramePr>
          <p:nvPr/>
        </p:nvGraphicFramePr>
        <p:xfrm>
          <a:off x="4487072" y="887422"/>
          <a:ext cx="3023637" cy="596500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7089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888274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2813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Symbol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Symbol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Type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FIRST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CLOOP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ENDFIL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001A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9643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RETADR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8099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0033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26088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51243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BUFFEND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20003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MAXLEN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10158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RDREC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019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10496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55344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85570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WRREC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105D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51872"/>
                  </a:ext>
                </a:extLst>
              </a:tr>
              <a:tr h="372813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WLOOP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1062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69916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EDA822A-F428-1B18-E0FE-DAF998A3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18832"/>
              </p:ext>
            </p:extLst>
          </p:nvPr>
        </p:nvGraphicFramePr>
        <p:xfrm>
          <a:off x="8133541" y="887422"/>
          <a:ext cx="3649536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02288">
                  <a:extLst>
                    <a:ext uri="{9D8B030D-6E8A-4147-A177-3AD203B41FA5}">
                      <a16:colId xmlns:a16="http://schemas.microsoft.com/office/drawing/2014/main" val="3517590473"/>
                    </a:ext>
                  </a:extLst>
                </a:gridCol>
                <a:gridCol w="1355953">
                  <a:extLst>
                    <a:ext uri="{9D8B030D-6E8A-4147-A177-3AD203B41FA5}">
                      <a16:colId xmlns:a16="http://schemas.microsoft.com/office/drawing/2014/main" val="4020037643"/>
                    </a:ext>
                  </a:extLst>
                </a:gridCol>
                <a:gridCol w="991295">
                  <a:extLst>
                    <a:ext uri="{9D8B030D-6E8A-4147-A177-3AD203B41FA5}">
                      <a16:colId xmlns:a16="http://schemas.microsoft.com/office/drawing/2014/main" val="357475199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Literal Table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2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Name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value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95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=C’EOF’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454F46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002D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=X’05’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981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033A046-E284-523F-B243-F1ACEA43B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41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D7DE6C-D3CB-8E7B-FE16-90D5796A8948}"/>
              </a:ext>
            </a:extLst>
          </p:cNvPr>
          <p:cNvSpPr/>
          <p:nvPr/>
        </p:nvSpPr>
        <p:spPr>
          <a:xfrm>
            <a:off x="500262" y="581172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73DC7-85EC-4B56-AC2B-910747EA1E22}"/>
              </a:ext>
            </a:extLst>
          </p:cNvPr>
          <p:cNvSpPr/>
          <p:nvPr/>
        </p:nvSpPr>
        <p:spPr>
          <a:xfrm>
            <a:off x="500264" y="1442005"/>
            <a:ext cx="477079" cy="10653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15022-8E7F-767C-4142-0112197036FA}"/>
              </a:ext>
            </a:extLst>
          </p:cNvPr>
          <p:cNvSpPr/>
          <p:nvPr/>
        </p:nvSpPr>
        <p:spPr>
          <a:xfrm>
            <a:off x="500263" y="156523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2266EA-E4D3-C7FC-F19B-B7A3B2B1677D}"/>
              </a:ext>
            </a:extLst>
          </p:cNvPr>
          <p:cNvSpPr/>
          <p:nvPr/>
        </p:nvSpPr>
        <p:spPr>
          <a:xfrm>
            <a:off x="500262" y="357975"/>
            <a:ext cx="477079" cy="109451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CF9260-4AD3-C1F8-E43A-98EEBB88C150}"/>
              </a:ext>
            </a:extLst>
          </p:cNvPr>
          <p:cNvSpPr/>
          <p:nvPr/>
        </p:nvSpPr>
        <p:spPr>
          <a:xfrm>
            <a:off x="500261" y="2132975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31D25-D7AF-D3F3-8110-7B2174DA1992}"/>
              </a:ext>
            </a:extLst>
          </p:cNvPr>
          <p:cNvSpPr/>
          <p:nvPr/>
        </p:nvSpPr>
        <p:spPr>
          <a:xfrm>
            <a:off x="500261" y="227525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31FA4-521D-CCEF-90A3-C2B081AF8796}"/>
              </a:ext>
            </a:extLst>
          </p:cNvPr>
          <p:cNvSpPr/>
          <p:nvPr/>
        </p:nvSpPr>
        <p:spPr>
          <a:xfrm>
            <a:off x="500261" y="2742276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06C153-A1E3-F426-BED7-2C2AC03D08E2}"/>
              </a:ext>
            </a:extLst>
          </p:cNvPr>
          <p:cNvSpPr/>
          <p:nvPr/>
        </p:nvSpPr>
        <p:spPr>
          <a:xfrm>
            <a:off x="500261" y="287606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88761C-89F8-9A07-EEFC-D2C188402F11}"/>
              </a:ext>
            </a:extLst>
          </p:cNvPr>
          <p:cNvSpPr/>
          <p:nvPr/>
        </p:nvSpPr>
        <p:spPr>
          <a:xfrm>
            <a:off x="496525" y="333244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56C281-16C9-1674-5355-4DA228E2E7F1}"/>
              </a:ext>
            </a:extLst>
          </p:cNvPr>
          <p:cNvSpPr/>
          <p:nvPr/>
        </p:nvSpPr>
        <p:spPr>
          <a:xfrm>
            <a:off x="496525" y="5476481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128098-59FC-B554-1815-E9E4A356B731}"/>
              </a:ext>
            </a:extLst>
          </p:cNvPr>
          <p:cNvSpPr/>
          <p:nvPr/>
        </p:nvSpPr>
        <p:spPr>
          <a:xfrm>
            <a:off x="496524" y="5719945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5BD755-BC5C-50E1-E791-629CA5EB6BB0}"/>
              </a:ext>
            </a:extLst>
          </p:cNvPr>
          <p:cNvSpPr/>
          <p:nvPr/>
        </p:nvSpPr>
        <p:spPr>
          <a:xfrm>
            <a:off x="496524" y="5853498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275B7D-60FB-705F-B633-1523B6E79334}"/>
              </a:ext>
            </a:extLst>
          </p:cNvPr>
          <p:cNvSpPr/>
          <p:nvPr/>
        </p:nvSpPr>
        <p:spPr>
          <a:xfrm>
            <a:off x="496523" y="6528400"/>
            <a:ext cx="477079" cy="1207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C315BA-1DBB-2FE7-FAA6-7BA53ED039E9}"/>
              </a:ext>
            </a:extLst>
          </p:cNvPr>
          <p:cNvSpPr/>
          <p:nvPr/>
        </p:nvSpPr>
        <p:spPr>
          <a:xfrm>
            <a:off x="496523" y="6667752"/>
            <a:ext cx="477079" cy="11560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7500C0-7236-F143-6EF0-D35FD882F237}"/>
              </a:ext>
            </a:extLst>
          </p:cNvPr>
          <p:cNvSpPr/>
          <p:nvPr/>
        </p:nvSpPr>
        <p:spPr>
          <a:xfrm>
            <a:off x="3230217" y="59942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4CE7D0-2EEC-6D53-CACD-04FEAD4B6CA3}"/>
              </a:ext>
            </a:extLst>
          </p:cNvPr>
          <p:cNvSpPr/>
          <p:nvPr/>
        </p:nvSpPr>
        <p:spPr>
          <a:xfrm>
            <a:off x="3230216" y="1444930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9E67D5-0965-97D3-A3F5-E101416147E7}"/>
              </a:ext>
            </a:extLst>
          </p:cNvPr>
          <p:cNvSpPr/>
          <p:nvPr/>
        </p:nvSpPr>
        <p:spPr>
          <a:xfrm>
            <a:off x="3243894" y="212840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2E4633-F781-D73F-3970-B5BDB6B10906}"/>
              </a:ext>
            </a:extLst>
          </p:cNvPr>
          <p:cNvSpPr/>
          <p:nvPr/>
        </p:nvSpPr>
        <p:spPr>
          <a:xfrm>
            <a:off x="3243894" y="2260985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E14173-ED6D-FC76-C831-7500D2F30E3F}"/>
              </a:ext>
            </a:extLst>
          </p:cNvPr>
          <p:cNvSpPr/>
          <p:nvPr/>
        </p:nvSpPr>
        <p:spPr>
          <a:xfrm>
            <a:off x="3247580" y="240633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462406-9925-6957-344A-87C106ECB893}"/>
              </a:ext>
            </a:extLst>
          </p:cNvPr>
          <p:cNvSpPr/>
          <p:nvPr/>
        </p:nvSpPr>
        <p:spPr>
          <a:xfrm>
            <a:off x="3247579" y="253634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5BF021-9140-57FC-DF17-22F2D734B8D6}"/>
              </a:ext>
            </a:extLst>
          </p:cNvPr>
          <p:cNvSpPr/>
          <p:nvPr/>
        </p:nvSpPr>
        <p:spPr>
          <a:xfrm>
            <a:off x="3247578" y="26570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9DE713-F0AC-6FBD-B363-6364A74F40BD}"/>
              </a:ext>
            </a:extLst>
          </p:cNvPr>
          <p:cNvSpPr/>
          <p:nvPr/>
        </p:nvSpPr>
        <p:spPr>
          <a:xfrm>
            <a:off x="3247577" y="2787071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3E1975-0BE5-BFC8-346F-68FFC105D315}"/>
              </a:ext>
            </a:extLst>
          </p:cNvPr>
          <p:cNvSpPr/>
          <p:nvPr/>
        </p:nvSpPr>
        <p:spPr>
          <a:xfrm>
            <a:off x="3243894" y="2917083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34F7D1-672B-6534-47C8-98D13FC45F43}"/>
              </a:ext>
            </a:extLst>
          </p:cNvPr>
          <p:cNvSpPr/>
          <p:nvPr/>
        </p:nvSpPr>
        <p:spPr>
          <a:xfrm>
            <a:off x="3248273" y="4998378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A4461F-DFA6-6D13-A9DB-545170794A41}"/>
              </a:ext>
            </a:extLst>
          </p:cNvPr>
          <p:cNvSpPr/>
          <p:nvPr/>
        </p:nvSpPr>
        <p:spPr>
          <a:xfrm>
            <a:off x="3243893" y="5714194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E3B14F-871E-D493-8315-32F23AFCE5A2}"/>
              </a:ext>
            </a:extLst>
          </p:cNvPr>
          <p:cNvSpPr/>
          <p:nvPr/>
        </p:nvSpPr>
        <p:spPr>
          <a:xfrm>
            <a:off x="3247576" y="6078682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9F311B-6CFC-5316-3333-3754705DE2CB}"/>
              </a:ext>
            </a:extLst>
          </p:cNvPr>
          <p:cNvSpPr/>
          <p:nvPr/>
        </p:nvSpPr>
        <p:spPr>
          <a:xfrm>
            <a:off x="3247575" y="6527959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-----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E339CD-2062-294E-5910-990C63E5919E}"/>
              </a:ext>
            </a:extLst>
          </p:cNvPr>
          <p:cNvSpPr/>
          <p:nvPr/>
        </p:nvSpPr>
        <p:spPr>
          <a:xfrm>
            <a:off x="3243893" y="6665196"/>
            <a:ext cx="477079" cy="12071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914635-ADAD-C085-0002-BF054FBCDCC0}"/>
              </a:ext>
            </a:extLst>
          </p:cNvPr>
          <p:cNvSpPr txBox="1"/>
          <p:nvPr/>
        </p:nvSpPr>
        <p:spPr>
          <a:xfrm>
            <a:off x="4550725" y="110957"/>
            <a:ext cx="3119120" cy="5909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Pass Two</a:t>
            </a:r>
            <a:endParaRPr lang="en-US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5432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2833</Words>
  <Application>Microsoft Office PowerPoint</Application>
  <PresentationFormat>Widescreen</PresentationFormat>
  <Paragraphs>1441</Paragraphs>
  <Slides>45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Times New Roman</vt:lpstr>
      <vt:lpstr>Wingdings</vt:lpstr>
      <vt:lpstr>Office Theme</vt:lpstr>
      <vt:lpstr>Section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NADEEN EMAD EL DIN HAMDY ABDELFATAH</dc:creator>
  <cp:lastModifiedBy>yara elmekky</cp:lastModifiedBy>
  <cp:revision>11</cp:revision>
  <dcterms:created xsi:type="dcterms:W3CDTF">2021-11-26T20:08:50Z</dcterms:created>
  <dcterms:modified xsi:type="dcterms:W3CDTF">2026-03-29T16:40:55Z</dcterms:modified>
</cp:coreProperties>
</file>