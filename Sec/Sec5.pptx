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1" r:id="rId2"/>
    <p:sldId id="314" r:id="rId3"/>
    <p:sldId id="316" r:id="rId4"/>
    <p:sldId id="317" r:id="rId5"/>
    <p:sldId id="318" r:id="rId6"/>
    <p:sldId id="319" r:id="rId7"/>
    <p:sldId id="3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F0861-8B65-2BB6-6429-9C141CBA6387}" v="9" dt="2026-03-14T23:19:16.635"/>
    <p1510:client id="{FD41C4E8-7F10-4C3B-A6D9-496A46097FF2}" v="8" dt="2026-03-15T20:25:49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07/10/1447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memory</a:t>
            </a:r>
            <a:r>
              <a:rPr lang="en-US" baseline="0"/>
              <a:t> size is 2 to the power 15 bytes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95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memory</a:t>
            </a:r>
            <a:r>
              <a:rPr lang="en-US" baseline="0"/>
              <a:t> size is 2 to the power 15 bytes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2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memory</a:t>
            </a:r>
            <a:r>
              <a:rPr lang="en-US" baseline="0"/>
              <a:t> size is 2 to the power 15 bytes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4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memory</a:t>
            </a:r>
            <a:r>
              <a:rPr lang="en-US" baseline="0"/>
              <a:t> size is 2 to the power 15 bytes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1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memory</a:t>
            </a:r>
            <a:r>
              <a:rPr lang="en-US" baseline="0"/>
              <a:t> size is 2 to the power 15 bytes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94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36218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16" y="272472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Sheet4, Q1) Pass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C8962-E204-CD8C-4D47-C56DB7C291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572"/>
          <a:stretch/>
        </p:blipFill>
        <p:spPr>
          <a:xfrm>
            <a:off x="2104421" y="2085538"/>
            <a:ext cx="1012870" cy="4759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ED5D0-F997-1DBA-CB3B-0C0A7B8DC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86" r="39963"/>
          <a:stretch/>
        </p:blipFill>
        <p:spPr>
          <a:xfrm>
            <a:off x="3131574" y="2085537"/>
            <a:ext cx="1171903" cy="4759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2633A5-83C4-DB05-0F50-70F2EF41C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17"/>
          <a:stretch/>
        </p:blipFill>
        <p:spPr>
          <a:xfrm>
            <a:off x="4047960" y="2094130"/>
            <a:ext cx="1423486" cy="475982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FDDF0A-F1A4-CF3D-14B1-38854D1B6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479332"/>
              </p:ext>
            </p:extLst>
          </p:nvPr>
        </p:nvGraphicFramePr>
        <p:xfrm>
          <a:off x="79210" y="1851801"/>
          <a:ext cx="5866635" cy="4961180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466659">
                  <a:extLst>
                    <a:ext uri="{9D8B030D-6E8A-4147-A177-3AD203B41FA5}">
                      <a16:colId xmlns:a16="http://schemas.microsoft.com/office/drawing/2014/main" val="2504327639"/>
                    </a:ext>
                  </a:extLst>
                </a:gridCol>
                <a:gridCol w="1457244">
                  <a:extLst>
                    <a:ext uri="{9D8B030D-6E8A-4147-A177-3AD203B41FA5}">
                      <a16:colId xmlns:a16="http://schemas.microsoft.com/office/drawing/2014/main" val="1861256569"/>
                    </a:ext>
                  </a:extLst>
                </a:gridCol>
                <a:gridCol w="1476073">
                  <a:extLst>
                    <a:ext uri="{9D8B030D-6E8A-4147-A177-3AD203B41FA5}">
                      <a16:colId xmlns:a16="http://schemas.microsoft.com/office/drawing/2014/main" val="2259812945"/>
                    </a:ext>
                  </a:extLst>
                </a:gridCol>
                <a:gridCol w="1466659">
                  <a:extLst>
                    <a:ext uri="{9D8B030D-6E8A-4147-A177-3AD203B41FA5}">
                      <a16:colId xmlns:a16="http://schemas.microsoft.com/office/drawing/2014/main" val="2784998773"/>
                    </a:ext>
                  </a:extLst>
                </a:gridCol>
              </a:tblGrid>
              <a:tr h="27339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59097"/>
                  </a:ext>
                </a:extLst>
              </a:tr>
              <a:tr h="27339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78466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6261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9773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4287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631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546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0112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79258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17459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4652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82767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80156"/>
                  </a:ext>
                </a:extLst>
              </a:tr>
              <a:tr h="20992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8287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048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39401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70946"/>
                  </a:ext>
                </a:extLst>
              </a:tr>
            </a:tbl>
          </a:graphicData>
        </a:graphic>
      </p:graphicFrame>
      <p:sp>
        <p:nvSpPr>
          <p:cNvPr id="11" name="Text Box 2">
            <a:extLst>
              <a:ext uri="{FF2B5EF4-FFF2-40B4-BE49-F238E27FC236}">
                <a16:creationId xmlns:a16="http://schemas.microsoft.com/office/drawing/2014/main" id="{E947C38A-491C-24D7-FEB3-ECF37C30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0" y="1795680"/>
            <a:ext cx="64706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Location counter          Symbols	    Instructions      reference</a:t>
            </a:r>
            <a:endParaRPr kumimoji="0" lang="ar-EG" altLang="ar-EG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3D97-02BD-BFA0-412B-9FD471C98E3D}"/>
              </a:ext>
            </a:extLst>
          </p:cNvPr>
          <p:cNvSpPr txBox="1"/>
          <p:nvPr/>
        </p:nvSpPr>
        <p:spPr>
          <a:xfrm>
            <a:off x="79210" y="2085537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D951D-95E3-571E-6F19-F03BF54D912F}"/>
              </a:ext>
            </a:extLst>
          </p:cNvPr>
          <p:cNvSpPr txBox="1"/>
          <p:nvPr/>
        </p:nvSpPr>
        <p:spPr>
          <a:xfrm>
            <a:off x="92199" y="2358071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7C996-9312-69C7-8AE9-5C173A0E3080}"/>
              </a:ext>
            </a:extLst>
          </p:cNvPr>
          <p:cNvSpPr txBox="1"/>
          <p:nvPr/>
        </p:nvSpPr>
        <p:spPr>
          <a:xfrm>
            <a:off x="79210" y="2654497"/>
            <a:ext cx="179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0000+3=0003</a:t>
            </a:r>
            <a:endParaRPr lang="ar-E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D91DD-F082-87F1-1EE5-0EC764656056}"/>
              </a:ext>
            </a:extLst>
          </p:cNvPr>
          <p:cNvSpPr txBox="1"/>
          <p:nvPr/>
        </p:nvSpPr>
        <p:spPr>
          <a:xfrm>
            <a:off x="87300" y="2935924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0003+3=0006</a:t>
            </a:r>
            <a:endParaRPr lang="ar-E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19D202-3E46-B3FB-AF9B-D1FFDC45773A}"/>
              </a:ext>
            </a:extLst>
          </p:cNvPr>
          <p:cNvSpPr txBox="1"/>
          <p:nvPr/>
        </p:nvSpPr>
        <p:spPr>
          <a:xfrm>
            <a:off x="79210" y="3750956"/>
            <a:ext cx="155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000A+3=000D</a:t>
            </a:r>
            <a:endParaRPr lang="ar-E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17BB1-380E-645F-5911-F5FA9AC53378}"/>
              </a:ext>
            </a:extLst>
          </p:cNvPr>
          <p:cNvSpPr txBox="1"/>
          <p:nvPr/>
        </p:nvSpPr>
        <p:spPr>
          <a:xfrm>
            <a:off x="90169" y="3216869"/>
            <a:ext cx="1539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0006+4=000A</a:t>
            </a:r>
            <a:endParaRPr lang="ar-E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89D4A5-4C16-A644-9262-68122F860957}"/>
              </a:ext>
            </a:extLst>
          </p:cNvPr>
          <p:cNvSpPr txBox="1"/>
          <p:nvPr/>
        </p:nvSpPr>
        <p:spPr>
          <a:xfrm>
            <a:off x="87300" y="3489403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2DBC8-30E6-2002-25F7-FDD386D36E62}"/>
              </a:ext>
            </a:extLst>
          </p:cNvPr>
          <p:cNvSpPr txBox="1"/>
          <p:nvPr/>
        </p:nvSpPr>
        <p:spPr>
          <a:xfrm>
            <a:off x="96188" y="4620630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0013+3=0016</a:t>
            </a:r>
            <a:endParaRPr lang="ar-E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B64DE6-1D72-C8F5-63BF-BC74C44F7C6B}"/>
              </a:ext>
            </a:extLst>
          </p:cNvPr>
          <p:cNvSpPr txBox="1"/>
          <p:nvPr/>
        </p:nvSpPr>
        <p:spPr>
          <a:xfrm>
            <a:off x="87699" y="4339308"/>
            <a:ext cx="160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0010+3=0013</a:t>
            </a:r>
            <a:endParaRPr lang="ar-E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34013-53AC-A015-731D-F84B2D729AEC}"/>
              </a:ext>
            </a:extLst>
          </p:cNvPr>
          <p:cNvSpPr txBox="1"/>
          <p:nvPr/>
        </p:nvSpPr>
        <p:spPr>
          <a:xfrm>
            <a:off x="81812" y="4042882"/>
            <a:ext cx="154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000D+3=0010</a:t>
            </a:r>
            <a:endParaRPr lang="ar-E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F19FC-D741-D5C2-D4D3-DD0F04CB9691}"/>
              </a:ext>
            </a:extLst>
          </p:cNvPr>
          <p:cNvSpPr txBox="1"/>
          <p:nvPr/>
        </p:nvSpPr>
        <p:spPr>
          <a:xfrm>
            <a:off x="111540" y="4910386"/>
            <a:ext cx="151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0016+4=001A</a:t>
            </a:r>
            <a:endParaRPr lang="ar-E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CD2DBE-C06F-77DC-4234-9B73284A086F}"/>
              </a:ext>
            </a:extLst>
          </p:cNvPr>
          <p:cNvSpPr txBox="1"/>
          <p:nvPr/>
        </p:nvSpPr>
        <p:spPr>
          <a:xfrm>
            <a:off x="125823" y="5193170"/>
            <a:ext cx="1646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001A+3=001D</a:t>
            </a:r>
            <a:endParaRPr lang="ar-E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DAA1D-B9D6-A957-4925-E6A4C183EA3E}"/>
              </a:ext>
            </a:extLst>
          </p:cNvPr>
          <p:cNvSpPr txBox="1"/>
          <p:nvPr/>
        </p:nvSpPr>
        <p:spPr>
          <a:xfrm>
            <a:off x="111540" y="5532139"/>
            <a:ext cx="2194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001D+(1*3)</a:t>
            </a:r>
            <a:r>
              <a:rPr lang="en-US" sz="1600" b="1" baseline="300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16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=0020</a:t>
            </a:r>
            <a:endParaRPr lang="ar-EG" sz="1600" b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CE6770-996C-27BE-24F8-FB3C955E2EDA}"/>
              </a:ext>
            </a:extLst>
          </p:cNvPr>
          <p:cNvSpPr txBox="1"/>
          <p:nvPr/>
        </p:nvSpPr>
        <p:spPr>
          <a:xfrm>
            <a:off x="111540" y="5848159"/>
            <a:ext cx="27739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0020+(2000*3)</a:t>
            </a:r>
            <a:r>
              <a:rPr lang="en-US" sz="1500" b="1" baseline="300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15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=1790</a:t>
            </a:r>
            <a:endParaRPr lang="ar-EG" sz="1500" b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FD36F4-F783-1C80-382D-25914F513B96}"/>
              </a:ext>
            </a:extLst>
          </p:cNvPr>
          <p:cNvSpPr txBox="1"/>
          <p:nvPr/>
        </p:nvSpPr>
        <p:spPr>
          <a:xfrm>
            <a:off x="111540" y="6209666"/>
            <a:ext cx="2072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1790+(2000*3)</a:t>
            </a:r>
            <a:r>
              <a:rPr lang="en-US" sz="1500" b="1" baseline="300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15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=2F00</a:t>
            </a:r>
            <a:endParaRPr lang="ar-EG" sz="15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D78B33-04E9-EEBA-19B9-17FC8ECD9BDD}"/>
              </a:ext>
            </a:extLst>
          </p:cNvPr>
          <p:cNvSpPr txBox="1"/>
          <p:nvPr/>
        </p:nvSpPr>
        <p:spPr>
          <a:xfrm>
            <a:off x="111540" y="6513857"/>
            <a:ext cx="2072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2F00+(1*3)</a:t>
            </a:r>
            <a:r>
              <a:rPr lang="en-US" sz="1600" b="1" baseline="300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16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=2F03</a:t>
            </a:r>
            <a:endParaRPr lang="ar-EG" sz="1600" b="1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713976F-B94E-ED4E-F822-209DC99B5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130448"/>
              </p:ext>
            </p:extLst>
          </p:nvPr>
        </p:nvGraphicFramePr>
        <p:xfrm>
          <a:off x="6993900" y="2085537"/>
          <a:ext cx="3298180" cy="3929185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649090">
                  <a:extLst>
                    <a:ext uri="{9D8B030D-6E8A-4147-A177-3AD203B41FA5}">
                      <a16:colId xmlns:a16="http://schemas.microsoft.com/office/drawing/2014/main" val="1023879733"/>
                    </a:ext>
                  </a:extLst>
                </a:gridCol>
                <a:gridCol w="1649090">
                  <a:extLst>
                    <a:ext uri="{9D8B030D-6E8A-4147-A177-3AD203B41FA5}">
                      <a16:colId xmlns:a16="http://schemas.microsoft.com/office/drawing/2014/main" val="1934977580"/>
                    </a:ext>
                  </a:extLst>
                </a:gridCol>
              </a:tblGrid>
              <a:tr h="76318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 Symbol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05120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1752941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4413530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6599685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5556979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4522506"/>
                  </a:ext>
                </a:extLst>
              </a:tr>
              <a:tr h="52766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395481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B66EE598-8870-C5A5-9244-3FC8A39688EB}"/>
              </a:ext>
            </a:extLst>
          </p:cNvPr>
          <p:cNvSpPr txBox="1"/>
          <p:nvPr/>
        </p:nvSpPr>
        <p:spPr>
          <a:xfrm>
            <a:off x="7478477" y="2925448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                     0000</a:t>
            </a:r>
            <a:endParaRPr lang="ar-EG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F3ADC9-7366-7D62-966A-C6A02372B5B7}"/>
              </a:ext>
            </a:extLst>
          </p:cNvPr>
          <p:cNvSpPr txBox="1"/>
          <p:nvPr/>
        </p:nvSpPr>
        <p:spPr>
          <a:xfrm>
            <a:off x="7492760" y="4007998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COUNT                   001D</a:t>
            </a:r>
            <a:endParaRPr lang="ar-E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37239-0584-20A9-4025-FA7338C01AA9}"/>
              </a:ext>
            </a:extLst>
          </p:cNvPr>
          <p:cNvSpPr txBox="1"/>
          <p:nvPr/>
        </p:nvSpPr>
        <p:spPr>
          <a:xfrm>
            <a:off x="7492760" y="4530578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                   0020</a:t>
            </a:r>
            <a:endParaRPr lang="ar-E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C2C06B-C0D7-A37D-8A96-3D5647ABE31F}"/>
              </a:ext>
            </a:extLst>
          </p:cNvPr>
          <p:cNvSpPr txBox="1"/>
          <p:nvPr/>
        </p:nvSpPr>
        <p:spPr>
          <a:xfrm>
            <a:off x="7492760" y="3401535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                    000A</a:t>
            </a:r>
            <a:endParaRPr lang="ar-E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4D644F-CBD6-DB95-D940-0A24FA24381F}"/>
              </a:ext>
            </a:extLst>
          </p:cNvPr>
          <p:cNvSpPr txBox="1"/>
          <p:nvPr/>
        </p:nvSpPr>
        <p:spPr>
          <a:xfrm>
            <a:off x="7517816" y="5058050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TABLE2                 1790</a:t>
            </a:r>
            <a:endParaRPr lang="ar-E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4CA263-48EF-07E8-68DE-42592A65F1E2}"/>
              </a:ext>
            </a:extLst>
          </p:cNvPr>
          <p:cNvSpPr txBox="1"/>
          <p:nvPr/>
        </p:nvSpPr>
        <p:spPr>
          <a:xfrm>
            <a:off x="7517816" y="5558338"/>
            <a:ext cx="2813603" cy="37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TOTAL                   2F00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708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8" grpId="0"/>
      <p:bldP spid="50" grpId="0"/>
      <p:bldP spid="51" grpId="0"/>
      <p:bldP spid="52" grpId="0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13872E7A-E406-5727-639D-5BE29ACFA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39174"/>
              </p:ext>
            </p:extLst>
          </p:nvPr>
        </p:nvGraphicFramePr>
        <p:xfrm>
          <a:off x="6171447" y="3495254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357" y="203666"/>
            <a:ext cx="7559204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Sheet4, Q1) Pass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C8962-E204-CD8C-4D47-C56DB7C291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572"/>
          <a:stretch/>
        </p:blipFill>
        <p:spPr>
          <a:xfrm>
            <a:off x="967672" y="2063848"/>
            <a:ext cx="1012870" cy="4759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ED5D0-F997-1DBA-CB3B-0C0A7B8DC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86" r="39963"/>
          <a:stretch/>
        </p:blipFill>
        <p:spPr>
          <a:xfrm>
            <a:off x="1838718" y="2062076"/>
            <a:ext cx="1171903" cy="4759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2633A5-83C4-DB05-0F50-70F2EF41C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17"/>
          <a:stretch/>
        </p:blipFill>
        <p:spPr>
          <a:xfrm>
            <a:off x="2719481" y="2063848"/>
            <a:ext cx="1423486" cy="4759821"/>
          </a:xfrm>
          <a:prstGeom prst="rect">
            <a:avLst/>
          </a:prstGeom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E947C38A-491C-24D7-FEB3-ECF37C30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0" y="1533095"/>
            <a:ext cx="6750380" cy="68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Location </a:t>
            </a:r>
          </a:p>
          <a:p>
            <a:pPr lvl="0" eaLnBrk="0" fontAlgn="base" hangingPunct="0">
              <a:spcBef>
                <a:spcPct val="0"/>
              </a:spcBef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counter   </a:t>
            </a:r>
            <a:r>
              <a:rPr kumimoji="0" lang="en-US" altLang="ar-EG" sz="1600" b="1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Symbols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Inst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Reference              </a:t>
            </a:r>
            <a:r>
              <a:rPr lang="en-US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Obj. code</a:t>
            </a:r>
            <a:endParaRPr lang="ar-EG" altLang="ar-EG" sz="16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3D97-02BD-BFA0-412B-9FD471C98E3D}"/>
              </a:ext>
            </a:extLst>
          </p:cNvPr>
          <p:cNvSpPr txBox="1"/>
          <p:nvPr/>
        </p:nvSpPr>
        <p:spPr>
          <a:xfrm>
            <a:off x="79210" y="2044897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D951D-95E3-571E-6F19-F03BF54D912F}"/>
              </a:ext>
            </a:extLst>
          </p:cNvPr>
          <p:cNvSpPr txBox="1"/>
          <p:nvPr/>
        </p:nvSpPr>
        <p:spPr>
          <a:xfrm>
            <a:off x="92199" y="2317431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7C996-9312-69C7-8AE9-5C173A0E3080}"/>
              </a:ext>
            </a:extLst>
          </p:cNvPr>
          <p:cNvSpPr txBox="1"/>
          <p:nvPr/>
        </p:nvSpPr>
        <p:spPr>
          <a:xfrm>
            <a:off x="79210" y="2613857"/>
            <a:ext cx="179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  <a:endParaRPr lang="ar-E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D91DD-F082-87F1-1EE5-0EC764656056}"/>
              </a:ext>
            </a:extLst>
          </p:cNvPr>
          <p:cNvSpPr txBox="1"/>
          <p:nvPr/>
        </p:nvSpPr>
        <p:spPr>
          <a:xfrm>
            <a:off x="87300" y="2895284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  <a:endParaRPr lang="ar-E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19D202-3E46-B3FB-AF9B-D1FFDC45773A}"/>
              </a:ext>
            </a:extLst>
          </p:cNvPr>
          <p:cNvSpPr txBox="1"/>
          <p:nvPr/>
        </p:nvSpPr>
        <p:spPr>
          <a:xfrm>
            <a:off x="79210" y="3710316"/>
            <a:ext cx="155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000D</a:t>
            </a:r>
            <a:endParaRPr lang="ar-E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17BB1-380E-645F-5911-F5FA9AC53378}"/>
              </a:ext>
            </a:extLst>
          </p:cNvPr>
          <p:cNvSpPr txBox="1"/>
          <p:nvPr/>
        </p:nvSpPr>
        <p:spPr>
          <a:xfrm>
            <a:off x="90169" y="3176229"/>
            <a:ext cx="1539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89D4A5-4C16-A644-9262-68122F860957}"/>
              </a:ext>
            </a:extLst>
          </p:cNvPr>
          <p:cNvSpPr txBox="1"/>
          <p:nvPr/>
        </p:nvSpPr>
        <p:spPr>
          <a:xfrm>
            <a:off x="87300" y="3448763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2DBC8-30E6-2002-25F7-FDD386D36E62}"/>
              </a:ext>
            </a:extLst>
          </p:cNvPr>
          <p:cNvSpPr txBox="1"/>
          <p:nvPr/>
        </p:nvSpPr>
        <p:spPr>
          <a:xfrm>
            <a:off x="96188" y="4579990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0016</a:t>
            </a:r>
            <a:endParaRPr lang="ar-E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B64DE6-1D72-C8F5-63BF-BC74C44F7C6B}"/>
              </a:ext>
            </a:extLst>
          </p:cNvPr>
          <p:cNvSpPr txBox="1"/>
          <p:nvPr/>
        </p:nvSpPr>
        <p:spPr>
          <a:xfrm>
            <a:off x="87699" y="4298668"/>
            <a:ext cx="160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0013</a:t>
            </a:r>
            <a:endParaRPr lang="ar-E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34013-53AC-A015-731D-F84B2D729AEC}"/>
              </a:ext>
            </a:extLst>
          </p:cNvPr>
          <p:cNvSpPr txBox="1"/>
          <p:nvPr/>
        </p:nvSpPr>
        <p:spPr>
          <a:xfrm>
            <a:off x="81812" y="4002242"/>
            <a:ext cx="154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</a:t>
            </a:r>
            <a:endParaRPr lang="ar-E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F19FC-D741-D5C2-D4D3-DD0F04CB9691}"/>
              </a:ext>
            </a:extLst>
          </p:cNvPr>
          <p:cNvSpPr txBox="1"/>
          <p:nvPr/>
        </p:nvSpPr>
        <p:spPr>
          <a:xfrm>
            <a:off x="111540" y="4869746"/>
            <a:ext cx="151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001A</a:t>
            </a:r>
            <a:endParaRPr lang="ar-E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CD2DBE-C06F-77DC-4234-9B73284A086F}"/>
              </a:ext>
            </a:extLst>
          </p:cNvPr>
          <p:cNvSpPr txBox="1"/>
          <p:nvPr/>
        </p:nvSpPr>
        <p:spPr>
          <a:xfrm>
            <a:off x="125823" y="5152530"/>
            <a:ext cx="1646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001D</a:t>
            </a:r>
            <a:endParaRPr lang="ar-E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DAA1D-B9D6-A957-4925-E6A4C183EA3E}"/>
              </a:ext>
            </a:extLst>
          </p:cNvPr>
          <p:cNvSpPr txBox="1"/>
          <p:nvPr/>
        </p:nvSpPr>
        <p:spPr>
          <a:xfrm>
            <a:off x="111540" y="5491499"/>
            <a:ext cx="2194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0020</a:t>
            </a:r>
            <a:endParaRPr lang="ar-E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CE6770-996C-27BE-24F8-FB3C955E2EDA}"/>
              </a:ext>
            </a:extLst>
          </p:cNvPr>
          <p:cNvSpPr txBox="1"/>
          <p:nvPr/>
        </p:nvSpPr>
        <p:spPr>
          <a:xfrm>
            <a:off x="111540" y="5807519"/>
            <a:ext cx="277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FD36F4-F783-1C80-382D-25914F513B96}"/>
              </a:ext>
            </a:extLst>
          </p:cNvPr>
          <p:cNvSpPr txBox="1"/>
          <p:nvPr/>
        </p:nvSpPr>
        <p:spPr>
          <a:xfrm>
            <a:off x="111540" y="6169026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D78B33-04E9-EEBA-19B9-17FC8ECD9BDD}"/>
              </a:ext>
            </a:extLst>
          </p:cNvPr>
          <p:cNvSpPr txBox="1"/>
          <p:nvPr/>
        </p:nvSpPr>
        <p:spPr>
          <a:xfrm>
            <a:off x="111540" y="6442737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2F03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FDDF0A-F1A4-CF3D-14B1-38854D1B6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41027"/>
              </p:ext>
            </p:extLst>
          </p:nvPr>
        </p:nvGraphicFramePr>
        <p:xfrm>
          <a:off x="79210" y="1578451"/>
          <a:ext cx="5866635" cy="5205947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466659">
                  <a:extLst>
                    <a:ext uri="{9D8B030D-6E8A-4147-A177-3AD203B41FA5}">
                      <a16:colId xmlns:a16="http://schemas.microsoft.com/office/drawing/2014/main" val="2504327639"/>
                    </a:ext>
                  </a:extLst>
                </a:gridCol>
                <a:gridCol w="1457244">
                  <a:extLst>
                    <a:ext uri="{9D8B030D-6E8A-4147-A177-3AD203B41FA5}">
                      <a16:colId xmlns:a16="http://schemas.microsoft.com/office/drawing/2014/main" val="1861256569"/>
                    </a:ext>
                  </a:extLst>
                </a:gridCol>
                <a:gridCol w="1476073">
                  <a:extLst>
                    <a:ext uri="{9D8B030D-6E8A-4147-A177-3AD203B41FA5}">
                      <a16:colId xmlns:a16="http://schemas.microsoft.com/office/drawing/2014/main" val="2259812945"/>
                    </a:ext>
                  </a:extLst>
                </a:gridCol>
                <a:gridCol w="1466659">
                  <a:extLst>
                    <a:ext uri="{9D8B030D-6E8A-4147-A177-3AD203B41FA5}">
                      <a16:colId xmlns:a16="http://schemas.microsoft.com/office/drawing/2014/main" val="2784998773"/>
                    </a:ext>
                  </a:extLst>
                </a:gridCol>
              </a:tblGrid>
              <a:tr h="273393">
                <a:tc>
                  <a:txBody>
                    <a:bodyPr/>
                    <a:lstStyle/>
                    <a:p>
                      <a:pPr rtl="1"/>
                      <a:endParaRPr lang="ar-EG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59097"/>
                  </a:ext>
                </a:extLst>
              </a:tr>
              <a:tr h="27339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78466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6261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9773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4287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631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546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0112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79258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17459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4652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82767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80156"/>
                  </a:ext>
                </a:extLst>
              </a:tr>
              <a:tr h="20992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8287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048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39401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709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D1AB1B-843C-D244-DBED-AFAABE081C36}"/>
              </a:ext>
            </a:extLst>
          </p:cNvPr>
          <p:cNvSpPr txBox="1"/>
          <p:nvPr/>
        </p:nvSpPr>
        <p:spPr>
          <a:xfrm>
            <a:off x="4402348" y="206903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FD9EB-5DA1-6D1E-3B58-FFBF6F3E8EEE}"/>
              </a:ext>
            </a:extLst>
          </p:cNvPr>
          <p:cNvSpPr txBox="1"/>
          <p:nvPr/>
        </p:nvSpPr>
        <p:spPr>
          <a:xfrm>
            <a:off x="4415337" y="2335052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050000</a:t>
            </a:r>
            <a:endParaRPr lang="ar-E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F42A-5B11-C222-043E-F1CCF84AE268}"/>
              </a:ext>
            </a:extLst>
          </p:cNvPr>
          <p:cNvSpPr txBox="1"/>
          <p:nvPr/>
        </p:nvSpPr>
        <p:spPr>
          <a:xfrm>
            <a:off x="4424590" y="319447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D8E9C-6463-2B3D-A1F2-6AE7D54C8FA8}"/>
              </a:ext>
            </a:extLst>
          </p:cNvPr>
          <p:cNvSpPr txBox="1"/>
          <p:nvPr/>
        </p:nvSpPr>
        <p:spPr>
          <a:xfrm>
            <a:off x="4424591" y="26281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010000</a:t>
            </a:r>
            <a:endParaRPr lang="ar-E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4DC22-3F39-56A2-409A-CCFE3E567498}"/>
              </a:ext>
            </a:extLst>
          </p:cNvPr>
          <p:cNvSpPr txBox="1"/>
          <p:nvPr/>
        </p:nvSpPr>
        <p:spPr>
          <a:xfrm>
            <a:off x="4423504" y="28922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69101790</a:t>
            </a:r>
            <a:endParaRPr lang="ar-EG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E678604-3351-35D9-DB9B-352A522D5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207896"/>
              </p:ext>
            </p:extLst>
          </p:nvPr>
        </p:nvGraphicFramePr>
        <p:xfrm>
          <a:off x="6147783" y="1764286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5A9668F0-087C-2991-7EEF-0BD38043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39174"/>
              </p:ext>
            </p:extLst>
          </p:nvPr>
        </p:nvGraphicFramePr>
        <p:xfrm>
          <a:off x="6171447" y="3500238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3C65CC6-6D9C-885F-3642-6BC87DA78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603997"/>
              </p:ext>
            </p:extLst>
          </p:nvPr>
        </p:nvGraphicFramePr>
        <p:xfrm>
          <a:off x="6173619" y="5281554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Address(20)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A4CCE632-0EA9-75BE-759D-4B6253EE0AE7}"/>
              </a:ext>
            </a:extLst>
          </p:cNvPr>
          <p:cNvSpPr txBox="1"/>
          <p:nvPr/>
        </p:nvSpPr>
        <p:spPr>
          <a:xfrm>
            <a:off x="6196215" y="1725329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LDX  #0</a:t>
            </a:r>
            <a:endParaRPr lang="ar-E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C7EEC6-476F-C8CE-9B6C-B77C9F2B0DE6}"/>
              </a:ext>
            </a:extLst>
          </p:cNvPr>
          <p:cNvSpPr txBox="1"/>
          <p:nvPr/>
        </p:nvSpPr>
        <p:spPr>
          <a:xfrm>
            <a:off x="6236606" y="5226030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+LDB  #TABLE2</a:t>
            </a:r>
            <a:endParaRPr lang="ar-E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B37BD0-4C59-AB2C-7108-5C0465E880D7}"/>
              </a:ext>
            </a:extLst>
          </p:cNvPr>
          <p:cNvSpPr txBox="1"/>
          <p:nvPr/>
        </p:nvSpPr>
        <p:spPr>
          <a:xfrm>
            <a:off x="6125540" y="2365783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04</a:t>
            </a:r>
            <a:endParaRPr lang="ar-EG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30A832-6909-2ADC-9DEF-30A4C34BFA85}"/>
              </a:ext>
            </a:extLst>
          </p:cNvPr>
          <p:cNvSpPr txBox="1"/>
          <p:nvPr/>
        </p:nvSpPr>
        <p:spPr>
          <a:xfrm>
            <a:off x="6171447" y="4081904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</a:t>
            </a:r>
            <a:endParaRPr lang="ar-E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394A09-8AA2-0DB4-6225-C94AED25B312}"/>
              </a:ext>
            </a:extLst>
          </p:cNvPr>
          <p:cNvSpPr txBox="1"/>
          <p:nvPr/>
        </p:nvSpPr>
        <p:spPr>
          <a:xfrm>
            <a:off x="6190794" y="5882216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68</a:t>
            </a:r>
            <a:endParaRPr lang="ar-EG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042731-29D9-EFE6-8406-5D475B90A38D}"/>
              </a:ext>
            </a:extLst>
          </p:cNvPr>
          <p:cNvSpPr txBox="1"/>
          <p:nvPr/>
        </p:nvSpPr>
        <p:spPr>
          <a:xfrm>
            <a:off x="7238636" y="2365783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D7B65B-7B44-B257-55BA-C78D3E235A8F}"/>
              </a:ext>
            </a:extLst>
          </p:cNvPr>
          <p:cNvSpPr txBox="1"/>
          <p:nvPr/>
        </p:nvSpPr>
        <p:spPr>
          <a:xfrm>
            <a:off x="7269116" y="5875339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667090-9013-04FD-3614-90AE3A8F9FD7}"/>
              </a:ext>
            </a:extLst>
          </p:cNvPr>
          <p:cNvSpPr txBox="1"/>
          <p:nvPr/>
        </p:nvSpPr>
        <p:spPr>
          <a:xfrm>
            <a:off x="7269116" y="4102719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0863A5-8EBB-469A-0EF4-E3156DF36C38}"/>
              </a:ext>
            </a:extLst>
          </p:cNvPr>
          <p:cNvSpPr txBox="1"/>
          <p:nvPr/>
        </p:nvSpPr>
        <p:spPr>
          <a:xfrm>
            <a:off x="7714192" y="2353981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0   0   0   0</a:t>
            </a:r>
            <a:endParaRPr lang="ar-EG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D9CDF2-9CEE-C813-C78F-F325BECCB287}"/>
              </a:ext>
            </a:extLst>
          </p:cNvPr>
          <p:cNvSpPr txBox="1"/>
          <p:nvPr/>
        </p:nvSpPr>
        <p:spPr>
          <a:xfrm>
            <a:off x="7741921" y="4094932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0   0   0   0</a:t>
            </a:r>
            <a:endParaRPr lang="ar-E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BDA864-9DF7-C4A6-B548-DE08BEBCDC5F}"/>
              </a:ext>
            </a:extLst>
          </p:cNvPr>
          <p:cNvSpPr txBox="1"/>
          <p:nvPr/>
        </p:nvSpPr>
        <p:spPr>
          <a:xfrm>
            <a:off x="7741921" y="5875339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0   0   0   1</a:t>
            </a:r>
            <a:endParaRPr lang="ar-EG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F3C723-DEDE-5765-19C3-4DC4E73B804C}"/>
              </a:ext>
            </a:extLst>
          </p:cNvPr>
          <p:cNvSpPr txBox="1"/>
          <p:nvPr/>
        </p:nvSpPr>
        <p:spPr>
          <a:xfrm>
            <a:off x="8832176" y="235258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endParaRPr lang="ar-EG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704F39-348E-2580-5EA8-29EEA236A320}"/>
              </a:ext>
            </a:extLst>
          </p:cNvPr>
          <p:cNvSpPr txBox="1"/>
          <p:nvPr/>
        </p:nvSpPr>
        <p:spPr>
          <a:xfrm>
            <a:off x="6163590" y="2645909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0000 01    01</a:t>
            </a:r>
            <a:endParaRPr lang="ar-E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62F702-519C-0EF8-2584-50512F0E871D}"/>
              </a:ext>
            </a:extLst>
          </p:cNvPr>
          <p:cNvSpPr txBox="1"/>
          <p:nvPr/>
        </p:nvSpPr>
        <p:spPr>
          <a:xfrm>
            <a:off x="7741921" y="2647209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B8F7E4-E044-07FD-0FC9-F2912345CD4F}"/>
              </a:ext>
            </a:extLst>
          </p:cNvPr>
          <p:cNvSpPr txBox="1"/>
          <p:nvPr/>
        </p:nvSpPr>
        <p:spPr>
          <a:xfrm>
            <a:off x="8836644" y="263559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0000 0000 0000</a:t>
            </a:r>
            <a:endParaRPr lang="ar-EG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D9DE12-6771-E3C1-4308-961E96E985E1}"/>
              </a:ext>
            </a:extLst>
          </p:cNvPr>
          <p:cNvSpPr txBox="1"/>
          <p:nvPr/>
        </p:nvSpPr>
        <p:spPr>
          <a:xfrm>
            <a:off x="6221131" y="4371725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0000 00    01</a:t>
            </a:r>
            <a:endParaRPr lang="ar-EG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1A0F71-1A93-7FF7-9E00-40E0D7F6ECB9}"/>
              </a:ext>
            </a:extLst>
          </p:cNvPr>
          <p:cNvSpPr txBox="1"/>
          <p:nvPr/>
        </p:nvSpPr>
        <p:spPr>
          <a:xfrm>
            <a:off x="7799462" y="4373025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FCAF40-BC9B-60BA-1A8A-27B4A2F1ED73}"/>
              </a:ext>
            </a:extLst>
          </p:cNvPr>
          <p:cNvSpPr txBox="1"/>
          <p:nvPr/>
        </p:nvSpPr>
        <p:spPr>
          <a:xfrm>
            <a:off x="8894185" y="4361414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0000 0000 0000</a:t>
            </a:r>
            <a:endParaRPr lang="ar-EG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151234-DEBF-7DAE-3AAA-BCD47BEBEC69}"/>
              </a:ext>
            </a:extLst>
          </p:cNvPr>
          <p:cNvSpPr txBox="1"/>
          <p:nvPr/>
        </p:nvSpPr>
        <p:spPr>
          <a:xfrm>
            <a:off x="6198620" y="6150345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0110 10     01</a:t>
            </a:r>
            <a:endParaRPr lang="ar-EG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F40890-3CA6-88C5-9645-3C0E724E1C77}"/>
              </a:ext>
            </a:extLst>
          </p:cNvPr>
          <p:cNvSpPr txBox="1"/>
          <p:nvPr/>
        </p:nvSpPr>
        <p:spPr>
          <a:xfrm>
            <a:off x="7776951" y="6151645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</a:t>
            </a:r>
            <a:endParaRPr lang="ar-EG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E69B3E-584E-BCBD-85C9-BA0140F412F9}"/>
              </a:ext>
            </a:extLst>
          </p:cNvPr>
          <p:cNvSpPr txBox="1"/>
          <p:nvPr/>
        </p:nvSpPr>
        <p:spPr>
          <a:xfrm>
            <a:off x="8871674" y="6140034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0001 0111 1001 0000</a:t>
            </a:r>
            <a:endParaRPr lang="ar-EG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22F8E1-8A30-D912-57FC-2B4CB59FDCB3}"/>
              </a:ext>
            </a:extLst>
          </p:cNvPr>
          <p:cNvSpPr txBox="1"/>
          <p:nvPr/>
        </p:nvSpPr>
        <p:spPr>
          <a:xfrm>
            <a:off x="8881834" y="4081904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endParaRPr lang="ar-EG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A74CA9-86EE-0E81-9ABD-B00D7A071292}"/>
              </a:ext>
            </a:extLst>
          </p:cNvPr>
          <p:cNvSpPr txBox="1"/>
          <p:nvPr/>
        </p:nvSpPr>
        <p:spPr>
          <a:xfrm>
            <a:off x="6146696" y="2922552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050000</a:t>
            </a:r>
            <a:endParaRPr lang="ar-EG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4B65A0-AD2A-F9CD-85AA-FF584BD7A61C}"/>
              </a:ext>
            </a:extLst>
          </p:cNvPr>
          <p:cNvSpPr txBox="1"/>
          <p:nvPr/>
        </p:nvSpPr>
        <p:spPr>
          <a:xfrm>
            <a:off x="8873865" y="5875339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</a:t>
            </a:r>
            <a:endParaRPr lang="ar-EG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013FB6-64EE-5E76-5AD4-BA36D438F53B}"/>
              </a:ext>
            </a:extLst>
          </p:cNvPr>
          <p:cNvSpPr txBox="1"/>
          <p:nvPr/>
        </p:nvSpPr>
        <p:spPr>
          <a:xfrm>
            <a:off x="6188384" y="6445303"/>
            <a:ext cx="142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69101790</a:t>
            </a:r>
            <a:endParaRPr lang="ar-EG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905E71-3799-AEC2-D886-878DA4B37386}"/>
              </a:ext>
            </a:extLst>
          </p:cNvPr>
          <p:cNvSpPr txBox="1"/>
          <p:nvPr/>
        </p:nvSpPr>
        <p:spPr>
          <a:xfrm>
            <a:off x="6134096" y="4652086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010000</a:t>
            </a:r>
            <a:endParaRPr lang="ar-EG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397D37-41E0-8CED-8B20-7D1FE3A385DB}"/>
              </a:ext>
            </a:extLst>
          </p:cNvPr>
          <p:cNvSpPr txBox="1"/>
          <p:nvPr/>
        </p:nvSpPr>
        <p:spPr>
          <a:xfrm>
            <a:off x="6163590" y="3448376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LDA  #0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2750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0" grpId="0"/>
      <p:bldP spid="60" grpId="0"/>
      <p:bldP spid="62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5" grpId="0"/>
      <p:bldP spid="86" grpId="0"/>
      <p:bldP spid="87" grpId="0"/>
      <p:bldP spid="88" grpId="0"/>
      <p:bldP spid="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357" y="203666"/>
            <a:ext cx="7559204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Sheet4, Q1) Pass 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C8962-E204-CD8C-4D47-C56DB7C291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572"/>
          <a:stretch/>
        </p:blipFill>
        <p:spPr>
          <a:xfrm>
            <a:off x="967672" y="2063848"/>
            <a:ext cx="1012870" cy="4759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ED5D0-F997-1DBA-CB3B-0C0A7B8DC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86" r="39963"/>
          <a:stretch/>
        </p:blipFill>
        <p:spPr>
          <a:xfrm>
            <a:off x="1838718" y="2062076"/>
            <a:ext cx="1171903" cy="4759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2633A5-83C4-DB05-0F50-70F2EF41C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17"/>
          <a:stretch/>
        </p:blipFill>
        <p:spPr>
          <a:xfrm>
            <a:off x="2719481" y="2063848"/>
            <a:ext cx="1423486" cy="4759821"/>
          </a:xfrm>
          <a:prstGeom prst="rect">
            <a:avLst/>
          </a:prstGeom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E947C38A-491C-24D7-FEB3-ECF37C30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0" y="1533095"/>
            <a:ext cx="6750380" cy="68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Location </a:t>
            </a:r>
          </a:p>
          <a:p>
            <a:pPr lvl="0" eaLnBrk="0" fontAlgn="base" hangingPunct="0">
              <a:spcBef>
                <a:spcPct val="0"/>
              </a:spcBef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counter   </a:t>
            </a:r>
            <a:r>
              <a:rPr kumimoji="0" lang="en-US" altLang="ar-EG" sz="1600" b="1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Symbols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Inst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Reference              </a:t>
            </a:r>
            <a:r>
              <a:rPr lang="en-US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Obj. code</a:t>
            </a:r>
            <a:endParaRPr lang="ar-EG" altLang="ar-EG" sz="16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3D97-02BD-BFA0-412B-9FD471C98E3D}"/>
              </a:ext>
            </a:extLst>
          </p:cNvPr>
          <p:cNvSpPr txBox="1"/>
          <p:nvPr/>
        </p:nvSpPr>
        <p:spPr>
          <a:xfrm>
            <a:off x="79210" y="2044897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D951D-95E3-571E-6F19-F03BF54D912F}"/>
              </a:ext>
            </a:extLst>
          </p:cNvPr>
          <p:cNvSpPr txBox="1"/>
          <p:nvPr/>
        </p:nvSpPr>
        <p:spPr>
          <a:xfrm>
            <a:off x="92199" y="2317431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7C996-9312-69C7-8AE9-5C173A0E3080}"/>
              </a:ext>
            </a:extLst>
          </p:cNvPr>
          <p:cNvSpPr txBox="1"/>
          <p:nvPr/>
        </p:nvSpPr>
        <p:spPr>
          <a:xfrm>
            <a:off x="79210" y="2613857"/>
            <a:ext cx="179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  <a:endParaRPr lang="ar-E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D91DD-F082-87F1-1EE5-0EC764656056}"/>
              </a:ext>
            </a:extLst>
          </p:cNvPr>
          <p:cNvSpPr txBox="1"/>
          <p:nvPr/>
        </p:nvSpPr>
        <p:spPr>
          <a:xfrm>
            <a:off x="87300" y="2895284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  <a:endParaRPr lang="ar-E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19D202-3E46-B3FB-AF9B-D1FFDC45773A}"/>
              </a:ext>
            </a:extLst>
          </p:cNvPr>
          <p:cNvSpPr txBox="1"/>
          <p:nvPr/>
        </p:nvSpPr>
        <p:spPr>
          <a:xfrm>
            <a:off x="79210" y="3710316"/>
            <a:ext cx="155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000D</a:t>
            </a:r>
            <a:endParaRPr lang="ar-E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17BB1-380E-645F-5911-F5FA9AC53378}"/>
              </a:ext>
            </a:extLst>
          </p:cNvPr>
          <p:cNvSpPr txBox="1"/>
          <p:nvPr/>
        </p:nvSpPr>
        <p:spPr>
          <a:xfrm>
            <a:off x="90169" y="3176229"/>
            <a:ext cx="1539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89D4A5-4C16-A644-9262-68122F860957}"/>
              </a:ext>
            </a:extLst>
          </p:cNvPr>
          <p:cNvSpPr txBox="1"/>
          <p:nvPr/>
        </p:nvSpPr>
        <p:spPr>
          <a:xfrm>
            <a:off x="87300" y="3448763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2DBC8-30E6-2002-25F7-FDD386D36E62}"/>
              </a:ext>
            </a:extLst>
          </p:cNvPr>
          <p:cNvSpPr txBox="1"/>
          <p:nvPr/>
        </p:nvSpPr>
        <p:spPr>
          <a:xfrm>
            <a:off x="96188" y="4579990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0016</a:t>
            </a:r>
            <a:endParaRPr lang="ar-E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B64DE6-1D72-C8F5-63BF-BC74C44F7C6B}"/>
              </a:ext>
            </a:extLst>
          </p:cNvPr>
          <p:cNvSpPr txBox="1"/>
          <p:nvPr/>
        </p:nvSpPr>
        <p:spPr>
          <a:xfrm>
            <a:off x="87699" y="4298668"/>
            <a:ext cx="160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0013</a:t>
            </a:r>
            <a:endParaRPr lang="ar-E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34013-53AC-A015-731D-F84B2D729AEC}"/>
              </a:ext>
            </a:extLst>
          </p:cNvPr>
          <p:cNvSpPr txBox="1"/>
          <p:nvPr/>
        </p:nvSpPr>
        <p:spPr>
          <a:xfrm>
            <a:off x="81812" y="4002242"/>
            <a:ext cx="154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</a:t>
            </a:r>
            <a:endParaRPr lang="ar-E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F19FC-D741-D5C2-D4D3-DD0F04CB9691}"/>
              </a:ext>
            </a:extLst>
          </p:cNvPr>
          <p:cNvSpPr txBox="1"/>
          <p:nvPr/>
        </p:nvSpPr>
        <p:spPr>
          <a:xfrm>
            <a:off x="111540" y="4869746"/>
            <a:ext cx="151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001A</a:t>
            </a:r>
            <a:endParaRPr lang="ar-E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CD2DBE-C06F-77DC-4234-9B73284A086F}"/>
              </a:ext>
            </a:extLst>
          </p:cNvPr>
          <p:cNvSpPr txBox="1"/>
          <p:nvPr/>
        </p:nvSpPr>
        <p:spPr>
          <a:xfrm>
            <a:off x="125823" y="5152530"/>
            <a:ext cx="1646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001D</a:t>
            </a:r>
            <a:endParaRPr lang="ar-E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DAA1D-B9D6-A957-4925-E6A4C183EA3E}"/>
              </a:ext>
            </a:extLst>
          </p:cNvPr>
          <p:cNvSpPr txBox="1"/>
          <p:nvPr/>
        </p:nvSpPr>
        <p:spPr>
          <a:xfrm>
            <a:off x="111540" y="5491499"/>
            <a:ext cx="2194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0020</a:t>
            </a:r>
            <a:endParaRPr lang="ar-E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CE6770-996C-27BE-24F8-FB3C955E2EDA}"/>
              </a:ext>
            </a:extLst>
          </p:cNvPr>
          <p:cNvSpPr txBox="1"/>
          <p:nvPr/>
        </p:nvSpPr>
        <p:spPr>
          <a:xfrm>
            <a:off x="111540" y="5807519"/>
            <a:ext cx="277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FD36F4-F783-1C80-382D-25914F513B96}"/>
              </a:ext>
            </a:extLst>
          </p:cNvPr>
          <p:cNvSpPr txBox="1"/>
          <p:nvPr/>
        </p:nvSpPr>
        <p:spPr>
          <a:xfrm>
            <a:off x="111540" y="6169026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D78B33-04E9-EEBA-19B9-17FC8ECD9BDD}"/>
              </a:ext>
            </a:extLst>
          </p:cNvPr>
          <p:cNvSpPr txBox="1"/>
          <p:nvPr/>
        </p:nvSpPr>
        <p:spPr>
          <a:xfrm>
            <a:off x="111540" y="6442737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2F03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FDDF0A-F1A4-CF3D-14B1-38854D1B6ABF}"/>
              </a:ext>
            </a:extLst>
          </p:cNvPr>
          <p:cNvGraphicFramePr>
            <a:graphicFrameLocks noGrp="1"/>
          </p:cNvGraphicFramePr>
          <p:nvPr/>
        </p:nvGraphicFramePr>
        <p:xfrm>
          <a:off x="79210" y="1578451"/>
          <a:ext cx="5866635" cy="5205947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466659">
                  <a:extLst>
                    <a:ext uri="{9D8B030D-6E8A-4147-A177-3AD203B41FA5}">
                      <a16:colId xmlns:a16="http://schemas.microsoft.com/office/drawing/2014/main" val="2504327639"/>
                    </a:ext>
                  </a:extLst>
                </a:gridCol>
                <a:gridCol w="1457244">
                  <a:extLst>
                    <a:ext uri="{9D8B030D-6E8A-4147-A177-3AD203B41FA5}">
                      <a16:colId xmlns:a16="http://schemas.microsoft.com/office/drawing/2014/main" val="1861256569"/>
                    </a:ext>
                  </a:extLst>
                </a:gridCol>
                <a:gridCol w="1476073">
                  <a:extLst>
                    <a:ext uri="{9D8B030D-6E8A-4147-A177-3AD203B41FA5}">
                      <a16:colId xmlns:a16="http://schemas.microsoft.com/office/drawing/2014/main" val="2259812945"/>
                    </a:ext>
                  </a:extLst>
                </a:gridCol>
                <a:gridCol w="1466659">
                  <a:extLst>
                    <a:ext uri="{9D8B030D-6E8A-4147-A177-3AD203B41FA5}">
                      <a16:colId xmlns:a16="http://schemas.microsoft.com/office/drawing/2014/main" val="2784998773"/>
                    </a:ext>
                  </a:extLst>
                </a:gridCol>
              </a:tblGrid>
              <a:tr h="273393">
                <a:tc>
                  <a:txBody>
                    <a:bodyPr/>
                    <a:lstStyle/>
                    <a:p>
                      <a:pPr rtl="1"/>
                      <a:endParaRPr lang="ar-EG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59097"/>
                  </a:ext>
                </a:extLst>
              </a:tr>
              <a:tr h="27339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78466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6261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9773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4287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631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546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0112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79258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17459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4652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82767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80156"/>
                  </a:ext>
                </a:extLst>
              </a:tr>
              <a:tr h="20992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8287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048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39401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709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D1AB1B-843C-D244-DBED-AFAABE081C36}"/>
              </a:ext>
            </a:extLst>
          </p:cNvPr>
          <p:cNvSpPr txBox="1"/>
          <p:nvPr/>
        </p:nvSpPr>
        <p:spPr>
          <a:xfrm>
            <a:off x="4402348" y="206903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FD9EB-5DA1-6D1E-3B58-FFBF6F3E8EEE}"/>
              </a:ext>
            </a:extLst>
          </p:cNvPr>
          <p:cNvSpPr txBox="1"/>
          <p:nvPr/>
        </p:nvSpPr>
        <p:spPr>
          <a:xfrm>
            <a:off x="4415337" y="2335052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050000</a:t>
            </a:r>
            <a:endParaRPr lang="ar-E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F42A-5B11-C222-043E-F1CCF84AE268}"/>
              </a:ext>
            </a:extLst>
          </p:cNvPr>
          <p:cNvSpPr txBox="1"/>
          <p:nvPr/>
        </p:nvSpPr>
        <p:spPr>
          <a:xfrm>
            <a:off x="4424590" y="319447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D8E9C-6463-2B3D-A1F2-6AE7D54C8FA8}"/>
              </a:ext>
            </a:extLst>
          </p:cNvPr>
          <p:cNvSpPr txBox="1"/>
          <p:nvPr/>
        </p:nvSpPr>
        <p:spPr>
          <a:xfrm>
            <a:off x="4424591" y="26281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010000</a:t>
            </a:r>
            <a:endParaRPr lang="ar-E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4DC22-3F39-56A2-409A-CCFE3E567498}"/>
              </a:ext>
            </a:extLst>
          </p:cNvPr>
          <p:cNvSpPr txBox="1"/>
          <p:nvPr/>
        </p:nvSpPr>
        <p:spPr>
          <a:xfrm>
            <a:off x="4423504" y="28922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69101790</a:t>
            </a:r>
            <a:endParaRPr lang="ar-E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15598-94B2-ACF0-70B5-8984E37B9B7A}"/>
              </a:ext>
            </a:extLst>
          </p:cNvPr>
          <p:cNvSpPr txBox="1"/>
          <p:nvPr/>
        </p:nvSpPr>
        <p:spPr>
          <a:xfrm>
            <a:off x="4423504" y="346454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1BA013</a:t>
            </a:r>
            <a:endParaRPr lang="ar-E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EB4BBA-41B8-319F-C1CB-3CB1A5D3EED7}"/>
              </a:ext>
            </a:extLst>
          </p:cNvPr>
          <p:cNvSpPr txBox="1"/>
          <p:nvPr/>
        </p:nvSpPr>
        <p:spPr>
          <a:xfrm>
            <a:off x="4443970" y="400959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2F200A</a:t>
            </a:r>
            <a:endParaRPr lang="ar-E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F843E-10A0-6BDC-EED3-6FDD8D9676F0}"/>
              </a:ext>
            </a:extLst>
          </p:cNvPr>
          <p:cNvSpPr txBox="1"/>
          <p:nvPr/>
        </p:nvSpPr>
        <p:spPr>
          <a:xfrm>
            <a:off x="4431390" y="374543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1BC000</a:t>
            </a:r>
            <a:endParaRPr lang="ar-EG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E678604-3351-35D9-DB9B-352A522D5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71348"/>
              </p:ext>
            </p:extLst>
          </p:nvPr>
        </p:nvGraphicFramePr>
        <p:xfrm>
          <a:off x="6147783" y="1642366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(12)=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 – PC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5A9668F0-087C-2991-7EEF-0BD38043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58894"/>
              </p:ext>
            </p:extLst>
          </p:nvPr>
        </p:nvGraphicFramePr>
        <p:xfrm>
          <a:off x="6161287" y="3337678"/>
          <a:ext cx="5907651" cy="1693871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 =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TA – </a:t>
                      </a:r>
                      <a:r>
                        <a:rPr lang="en-US" sz="1800" strike="sng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3C65CC6-6D9C-885F-3642-6BC87DA78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905573"/>
              </p:ext>
            </p:extLst>
          </p:nvPr>
        </p:nvGraphicFramePr>
        <p:xfrm>
          <a:off x="6173619" y="5281554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(12)=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 – PC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72111C1-F34E-F410-DC1B-64C34C1A12F6}"/>
              </a:ext>
            </a:extLst>
          </p:cNvPr>
          <p:cNvSpPr txBox="1"/>
          <p:nvPr/>
        </p:nvSpPr>
        <p:spPr>
          <a:xfrm>
            <a:off x="6196215" y="1603409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  TABLE,X</a:t>
            </a:r>
            <a:endParaRPr lang="ar-E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05EBE6-3035-12FE-739B-7F5FCA1FFB1D}"/>
              </a:ext>
            </a:extLst>
          </p:cNvPr>
          <p:cNvSpPr txBox="1"/>
          <p:nvPr/>
        </p:nvSpPr>
        <p:spPr>
          <a:xfrm>
            <a:off x="6154541" y="3286203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  TABLE2,X</a:t>
            </a:r>
            <a:endParaRPr lang="ar-E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1053D6-4A02-09B7-25B3-278E20448FB4}"/>
              </a:ext>
            </a:extLst>
          </p:cNvPr>
          <p:cNvSpPr txBox="1"/>
          <p:nvPr/>
        </p:nvSpPr>
        <p:spPr>
          <a:xfrm>
            <a:off x="6171447" y="5221370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TIX  COUNT</a:t>
            </a:r>
            <a:endParaRPr lang="ar-EG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F7CAE4-104F-25B7-27B8-E1CB5B56384C}"/>
              </a:ext>
            </a:extLst>
          </p:cNvPr>
          <p:cNvSpPr txBox="1"/>
          <p:nvPr/>
        </p:nvSpPr>
        <p:spPr>
          <a:xfrm>
            <a:off x="6170026" y="2235058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18</a:t>
            </a:r>
            <a:endParaRPr lang="ar-E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2BEDCF-F915-41D0-E085-2FB8DFB2EDF5}"/>
              </a:ext>
            </a:extLst>
          </p:cNvPr>
          <p:cNvSpPr txBox="1"/>
          <p:nvPr/>
        </p:nvSpPr>
        <p:spPr>
          <a:xfrm>
            <a:off x="6190794" y="3951442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18</a:t>
            </a:r>
            <a:endParaRPr lang="ar-E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A672EA-F6D2-9BCC-4581-17C2866657F2}"/>
              </a:ext>
            </a:extLst>
          </p:cNvPr>
          <p:cNvSpPr txBox="1"/>
          <p:nvPr/>
        </p:nvSpPr>
        <p:spPr>
          <a:xfrm>
            <a:off x="6198096" y="5877917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2C</a:t>
            </a:r>
            <a:endParaRPr lang="ar-E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395B4F-81AF-F344-A992-93863E3F312F}"/>
              </a:ext>
            </a:extLst>
          </p:cNvPr>
          <p:cNvSpPr txBox="1"/>
          <p:nvPr/>
        </p:nvSpPr>
        <p:spPr>
          <a:xfrm>
            <a:off x="7208156" y="2235058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E544BF-93E3-E1FB-C283-3F13FF3E8F34}"/>
              </a:ext>
            </a:extLst>
          </p:cNvPr>
          <p:cNvSpPr txBox="1"/>
          <p:nvPr/>
        </p:nvSpPr>
        <p:spPr>
          <a:xfrm>
            <a:off x="7238636" y="3923855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4D3868-813B-FF1E-EE2D-C0F88EEB1674}"/>
              </a:ext>
            </a:extLst>
          </p:cNvPr>
          <p:cNvSpPr txBox="1"/>
          <p:nvPr/>
        </p:nvSpPr>
        <p:spPr>
          <a:xfrm>
            <a:off x="7238636" y="5880419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53398D-E945-D822-02B4-9544AE031059}"/>
              </a:ext>
            </a:extLst>
          </p:cNvPr>
          <p:cNvSpPr txBox="1"/>
          <p:nvPr/>
        </p:nvSpPr>
        <p:spPr>
          <a:xfrm>
            <a:off x="7707235" y="2236226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0   1   0</a:t>
            </a:r>
            <a:endParaRPr lang="ar-E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8C2B38-5D2F-A4FF-F6E5-C3A6D8FDF767}"/>
              </a:ext>
            </a:extLst>
          </p:cNvPr>
          <p:cNvSpPr txBox="1"/>
          <p:nvPr/>
        </p:nvSpPr>
        <p:spPr>
          <a:xfrm>
            <a:off x="7741921" y="3932372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1   0   0</a:t>
            </a:r>
            <a:endParaRPr lang="ar-EG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BEBC23-7E6D-6DCE-D6EF-80C515AB6375}"/>
              </a:ext>
            </a:extLst>
          </p:cNvPr>
          <p:cNvSpPr txBox="1"/>
          <p:nvPr/>
        </p:nvSpPr>
        <p:spPr>
          <a:xfrm>
            <a:off x="7734816" y="5875339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0   0   1   0</a:t>
            </a:r>
            <a:endParaRPr lang="ar-E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55888F-ADA9-0A3F-DF49-00CB5F948012}"/>
              </a:ext>
            </a:extLst>
          </p:cNvPr>
          <p:cNvSpPr txBox="1"/>
          <p:nvPr/>
        </p:nvSpPr>
        <p:spPr>
          <a:xfrm>
            <a:off x="8832176" y="223066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0020-000D = 13</a:t>
            </a:r>
            <a:endParaRPr lang="ar-E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98F136-83D4-748D-9E2B-C02641B4798F}"/>
              </a:ext>
            </a:extLst>
          </p:cNvPr>
          <p:cNvSpPr txBox="1"/>
          <p:nvPr/>
        </p:nvSpPr>
        <p:spPr>
          <a:xfrm>
            <a:off x="6163590" y="2523989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0001 10   1 1</a:t>
            </a:r>
            <a:endParaRPr lang="ar-E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19473C-2621-C89E-572B-9ED508FEBF2A}"/>
              </a:ext>
            </a:extLst>
          </p:cNvPr>
          <p:cNvSpPr txBox="1"/>
          <p:nvPr/>
        </p:nvSpPr>
        <p:spPr>
          <a:xfrm>
            <a:off x="7741921" y="2525289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1010</a:t>
            </a:r>
            <a:endParaRPr lang="ar-EG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6B6179-D71F-C329-9EC3-C83A6D6B5D38}"/>
              </a:ext>
            </a:extLst>
          </p:cNvPr>
          <p:cNvSpPr txBox="1"/>
          <p:nvPr/>
        </p:nvSpPr>
        <p:spPr>
          <a:xfrm>
            <a:off x="8836644" y="251367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0000 0001 0011</a:t>
            </a:r>
            <a:endParaRPr lang="ar-EG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873F6-FBE6-2773-57B8-7D2A99747571}"/>
              </a:ext>
            </a:extLst>
          </p:cNvPr>
          <p:cNvSpPr txBox="1"/>
          <p:nvPr/>
        </p:nvSpPr>
        <p:spPr>
          <a:xfrm>
            <a:off x="6146696" y="2800632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1BA013</a:t>
            </a:r>
            <a:endParaRPr lang="ar-EG"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0138EE-9970-D63F-C0AB-1081379F289B}"/>
              </a:ext>
            </a:extLst>
          </p:cNvPr>
          <p:cNvSpPr txBox="1"/>
          <p:nvPr/>
        </p:nvSpPr>
        <p:spPr>
          <a:xfrm>
            <a:off x="8832176" y="3910771"/>
            <a:ext cx="309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trike="sngStrike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1790-0010 = 1780 (6016) </a:t>
            </a:r>
            <a:r>
              <a:rPr lang="en-US" sz="18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XX</a:t>
            </a:r>
          </a:p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1790-1790 = 0</a:t>
            </a:r>
            <a:endParaRPr lang="ar-EG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63778C-E800-9553-A9E1-9A0D65C78E79}"/>
              </a:ext>
            </a:extLst>
          </p:cNvPr>
          <p:cNvSpPr txBox="1"/>
          <p:nvPr/>
        </p:nvSpPr>
        <p:spPr>
          <a:xfrm>
            <a:off x="6183910" y="4444229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0001 10   1 1</a:t>
            </a:r>
            <a:endParaRPr lang="ar-E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F0883F-4C3D-422B-8A4E-6BE071CEF228}"/>
              </a:ext>
            </a:extLst>
          </p:cNvPr>
          <p:cNvSpPr txBox="1"/>
          <p:nvPr/>
        </p:nvSpPr>
        <p:spPr>
          <a:xfrm>
            <a:off x="7762241" y="4445529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</a:t>
            </a: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</a:t>
            </a:r>
            <a:endParaRPr lang="ar-EG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0F8DB4-AC6E-3573-AF74-BB8F000C2A14}"/>
              </a:ext>
            </a:extLst>
          </p:cNvPr>
          <p:cNvSpPr txBox="1"/>
          <p:nvPr/>
        </p:nvSpPr>
        <p:spPr>
          <a:xfrm>
            <a:off x="8856964" y="443391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0000 0000 0000</a:t>
            </a:r>
            <a:endParaRPr lang="ar-EG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4B93A7-DC16-C473-C27D-5FE9397ADE8E}"/>
              </a:ext>
            </a:extLst>
          </p:cNvPr>
          <p:cNvSpPr txBox="1"/>
          <p:nvPr/>
        </p:nvSpPr>
        <p:spPr>
          <a:xfrm>
            <a:off x="6167016" y="4720872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1BC000</a:t>
            </a:r>
            <a:endParaRPr lang="ar-EG" b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0C167F-8BAC-4224-C814-797CF8769642}"/>
              </a:ext>
            </a:extLst>
          </p:cNvPr>
          <p:cNvSpPr txBox="1"/>
          <p:nvPr/>
        </p:nvSpPr>
        <p:spPr>
          <a:xfrm>
            <a:off x="8890997" y="5867037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001D -0013 = A</a:t>
            </a:r>
            <a:endParaRPr lang="ar-EG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B408D6-82A4-435F-233E-860F8900D52E}"/>
              </a:ext>
            </a:extLst>
          </p:cNvPr>
          <p:cNvSpPr txBox="1"/>
          <p:nvPr/>
        </p:nvSpPr>
        <p:spPr>
          <a:xfrm>
            <a:off x="6222411" y="6160358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0010 11   11</a:t>
            </a:r>
            <a:endParaRPr lang="ar-EG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9ABA40-D538-404A-730E-7594703229AD}"/>
              </a:ext>
            </a:extLst>
          </p:cNvPr>
          <p:cNvSpPr txBox="1"/>
          <p:nvPr/>
        </p:nvSpPr>
        <p:spPr>
          <a:xfrm>
            <a:off x="7800742" y="6161658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</a:t>
            </a:r>
            <a:endParaRPr lang="ar-E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8D5B31-E60A-398E-EFA3-F8034B8DA502}"/>
              </a:ext>
            </a:extLst>
          </p:cNvPr>
          <p:cNvSpPr txBox="1"/>
          <p:nvPr/>
        </p:nvSpPr>
        <p:spPr>
          <a:xfrm>
            <a:off x="8895465" y="6150047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0000 0000 1010</a:t>
            </a:r>
            <a:endParaRPr lang="ar-E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B4BEFD-83FD-1903-255D-006BAE012CAC}"/>
              </a:ext>
            </a:extLst>
          </p:cNvPr>
          <p:cNvSpPr txBox="1"/>
          <p:nvPr/>
        </p:nvSpPr>
        <p:spPr>
          <a:xfrm>
            <a:off x="6205517" y="6437001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2F200A</a:t>
            </a:r>
            <a:endParaRPr lang="ar-EG" b="1"/>
          </a:p>
        </p:txBody>
      </p:sp>
    </p:spTree>
    <p:extLst>
      <p:ext uri="{BB962C8B-B14F-4D97-AF65-F5344CB8AC3E}">
        <p14:creationId xmlns:p14="http://schemas.microsoft.com/office/powerpoint/2010/main" val="381448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0" grpId="0"/>
      <p:bldP spid="31" grpId="0"/>
      <p:bldP spid="16" grpId="0"/>
      <p:bldP spid="47" grpId="0"/>
      <p:bldP spid="48" grpId="0"/>
      <p:bldP spid="50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357" y="203666"/>
            <a:ext cx="7559204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Sheet4, Q1) Pass 2..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C8962-E204-CD8C-4D47-C56DB7C291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572"/>
          <a:stretch/>
        </p:blipFill>
        <p:spPr>
          <a:xfrm>
            <a:off x="967672" y="2063848"/>
            <a:ext cx="1012870" cy="4759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ED5D0-F997-1DBA-CB3B-0C0A7B8DC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86" r="39963"/>
          <a:stretch/>
        </p:blipFill>
        <p:spPr>
          <a:xfrm>
            <a:off x="1838718" y="2062076"/>
            <a:ext cx="1171903" cy="4759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2633A5-83C4-DB05-0F50-70F2EF41C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17"/>
          <a:stretch/>
        </p:blipFill>
        <p:spPr>
          <a:xfrm>
            <a:off x="2719481" y="2063848"/>
            <a:ext cx="1423486" cy="4759821"/>
          </a:xfrm>
          <a:prstGeom prst="rect">
            <a:avLst/>
          </a:prstGeom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E947C38A-491C-24D7-FEB3-ECF37C30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0" y="1533095"/>
            <a:ext cx="6750380" cy="68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Location </a:t>
            </a:r>
          </a:p>
          <a:p>
            <a:pPr lvl="0" eaLnBrk="0" fontAlgn="base" hangingPunct="0">
              <a:spcBef>
                <a:spcPct val="0"/>
              </a:spcBef>
            </a:pP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counter   </a:t>
            </a:r>
            <a:r>
              <a:rPr kumimoji="0" lang="en-US" altLang="ar-EG" sz="1600" b="1" i="0" u="none" strike="noStrike" cap="none" normalizeH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Symbols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Inst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r>
              <a:rPr kumimoji="0" lang="en-US" altLang="ar-EG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         </a:t>
            </a:r>
            <a:r>
              <a:rPr lang="en-US" altLang="ar-EG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Reference              </a:t>
            </a:r>
            <a:r>
              <a:rPr lang="en-US" sz="1600" b="1">
                <a:solidFill>
                  <a:srgbClr val="FF0000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Obj. code</a:t>
            </a:r>
            <a:endParaRPr lang="ar-EG" altLang="ar-EG" sz="16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3D97-02BD-BFA0-412B-9FD471C98E3D}"/>
              </a:ext>
            </a:extLst>
          </p:cNvPr>
          <p:cNvSpPr txBox="1"/>
          <p:nvPr/>
        </p:nvSpPr>
        <p:spPr>
          <a:xfrm>
            <a:off x="79210" y="2044897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D951D-95E3-571E-6F19-F03BF54D912F}"/>
              </a:ext>
            </a:extLst>
          </p:cNvPr>
          <p:cNvSpPr txBox="1"/>
          <p:nvPr/>
        </p:nvSpPr>
        <p:spPr>
          <a:xfrm>
            <a:off x="92199" y="2317431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7C996-9312-69C7-8AE9-5C173A0E3080}"/>
              </a:ext>
            </a:extLst>
          </p:cNvPr>
          <p:cNvSpPr txBox="1"/>
          <p:nvPr/>
        </p:nvSpPr>
        <p:spPr>
          <a:xfrm>
            <a:off x="79210" y="2613857"/>
            <a:ext cx="179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  <a:endParaRPr lang="ar-E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D91DD-F082-87F1-1EE5-0EC764656056}"/>
              </a:ext>
            </a:extLst>
          </p:cNvPr>
          <p:cNvSpPr txBox="1"/>
          <p:nvPr/>
        </p:nvSpPr>
        <p:spPr>
          <a:xfrm>
            <a:off x="87300" y="2895284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  <a:endParaRPr lang="ar-E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19D202-3E46-B3FB-AF9B-D1FFDC45773A}"/>
              </a:ext>
            </a:extLst>
          </p:cNvPr>
          <p:cNvSpPr txBox="1"/>
          <p:nvPr/>
        </p:nvSpPr>
        <p:spPr>
          <a:xfrm>
            <a:off x="79210" y="3710316"/>
            <a:ext cx="155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000D</a:t>
            </a:r>
            <a:endParaRPr lang="ar-E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17BB1-380E-645F-5911-F5FA9AC53378}"/>
              </a:ext>
            </a:extLst>
          </p:cNvPr>
          <p:cNvSpPr txBox="1"/>
          <p:nvPr/>
        </p:nvSpPr>
        <p:spPr>
          <a:xfrm>
            <a:off x="90169" y="3176229"/>
            <a:ext cx="1539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89D4A5-4C16-A644-9262-68122F860957}"/>
              </a:ext>
            </a:extLst>
          </p:cNvPr>
          <p:cNvSpPr txBox="1"/>
          <p:nvPr/>
        </p:nvSpPr>
        <p:spPr>
          <a:xfrm>
            <a:off x="87300" y="3448763"/>
            <a:ext cx="777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</a:t>
            </a:r>
            <a:endParaRPr lang="ar-EG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2DBC8-30E6-2002-25F7-FDD386D36E62}"/>
              </a:ext>
            </a:extLst>
          </p:cNvPr>
          <p:cNvSpPr txBox="1"/>
          <p:nvPr/>
        </p:nvSpPr>
        <p:spPr>
          <a:xfrm>
            <a:off x="96188" y="4579990"/>
            <a:ext cx="1685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0016</a:t>
            </a:r>
            <a:endParaRPr lang="ar-E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B64DE6-1D72-C8F5-63BF-BC74C44F7C6B}"/>
              </a:ext>
            </a:extLst>
          </p:cNvPr>
          <p:cNvSpPr txBox="1"/>
          <p:nvPr/>
        </p:nvSpPr>
        <p:spPr>
          <a:xfrm>
            <a:off x="87699" y="4298668"/>
            <a:ext cx="160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0013</a:t>
            </a:r>
            <a:endParaRPr lang="ar-E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34013-53AC-A015-731D-F84B2D729AEC}"/>
              </a:ext>
            </a:extLst>
          </p:cNvPr>
          <p:cNvSpPr txBox="1"/>
          <p:nvPr/>
        </p:nvSpPr>
        <p:spPr>
          <a:xfrm>
            <a:off x="81812" y="4002242"/>
            <a:ext cx="1548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</a:t>
            </a:r>
            <a:endParaRPr lang="ar-E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F19FC-D741-D5C2-D4D3-DD0F04CB9691}"/>
              </a:ext>
            </a:extLst>
          </p:cNvPr>
          <p:cNvSpPr txBox="1"/>
          <p:nvPr/>
        </p:nvSpPr>
        <p:spPr>
          <a:xfrm>
            <a:off x="111540" y="4869746"/>
            <a:ext cx="151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001A</a:t>
            </a:r>
            <a:endParaRPr lang="ar-E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CD2DBE-C06F-77DC-4234-9B73284A086F}"/>
              </a:ext>
            </a:extLst>
          </p:cNvPr>
          <p:cNvSpPr txBox="1"/>
          <p:nvPr/>
        </p:nvSpPr>
        <p:spPr>
          <a:xfrm>
            <a:off x="125823" y="5152530"/>
            <a:ext cx="1646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001D</a:t>
            </a:r>
            <a:endParaRPr lang="ar-E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DAA1D-B9D6-A957-4925-E6A4C183EA3E}"/>
              </a:ext>
            </a:extLst>
          </p:cNvPr>
          <p:cNvSpPr txBox="1"/>
          <p:nvPr/>
        </p:nvSpPr>
        <p:spPr>
          <a:xfrm>
            <a:off x="111540" y="5491499"/>
            <a:ext cx="2194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0020</a:t>
            </a:r>
            <a:endParaRPr lang="ar-E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CE6770-996C-27BE-24F8-FB3C955E2EDA}"/>
              </a:ext>
            </a:extLst>
          </p:cNvPr>
          <p:cNvSpPr txBox="1"/>
          <p:nvPr/>
        </p:nvSpPr>
        <p:spPr>
          <a:xfrm>
            <a:off x="111540" y="5807519"/>
            <a:ext cx="277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1790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FD36F4-F783-1C80-382D-25914F513B96}"/>
              </a:ext>
            </a:extLst>
          </p:cNvPr>
          <p:cNvSpPr txBox="1"/>
          <p:nvPr/>
        </p:nvSpPr>
        <p:spPr>
          <a:xfrm>
            <a:off x="111540" y="6169026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2F00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D78B33-04E9-EEBA-19B9-17FC8ECD9BDD}"/>
              </a:ext>
            </a:extLst>
          </p:cNvPr>
          <p:cNvSpPr txBox="1"/>
          <p:nvPr/>
        </p:nvSpPr>
        <p:spPr>
          <a:xfrm>
            <a:off x="111540" y="6442737"/>
            <a:ext cx="20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2F03</a:t>
            </a:r>
            <a:endParaRPr lang="ar-EG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FDDF0A-F1A4-CF3D-14B1-38854D1B6ABF}"/>
              </a:ext>
            </a:extLst>
          </p:cNvPr>
          <p:cNvGraphicFramePr>
            <a:graphicFrameLocks noGrp="1"/>
          </p:cNvGraphicFramePr>
          <p:nvPr/>
        </p:nvGraphicFramePr>
        <p:xfrm>
          <a:off x="79210" y="1578451"/>
          <a:ext cx="5866635" cy="5205947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466659">
                  <a:extLst>
                    <a:ext uri="{9D8B030D-6E8A-4147-A177-3AD203B41FA5}">
                      <a16:colId xmlns:a16="http://schemas.microsoft.com/office/drawing/2014/main" val="2504327639"/>
                    </a:ext>
                  </a:extLst>
                </a:gridCol>
                <a:gridCol w="1457244">
                  <a:extLst>
                    <a:ext uri="{9D8B030D-6E8A-4147-A177-3AD203B41FA5}">
                      <a16:colId xmlns:a16="http://schemas.microsoft.com/office/drawing/2014/main" val="1861256569"/>
                    </a:ext>
                  </a:extLst>
                </a:gridCol>
                <a:gridCol w="1476073">
                  <a:extLst>
                    <a:ext uri="{9D8B030D-6E8A-4147-A177-3AD203B41FA5}">
                      <a16:colId xmlns:a16="http://schemas.microsoft.com/office/drawing/2014/main" val="2259812945"/>
                    </a:ext>
                  </a:extLst>
                </a:gridCol>
                <a:gridCol w="1466659">
                  <a:extLst>
                    <a:ext uri="{9D8B030D-6E8A-4147-A177-3AD203B41FA5}">
                      <a16:colId xmlns:a16="http://schemas.microsoft.com/office/drawing/2014/main" val="2784998773"/>
                    </a:ext>
                  </a:extLst>
                </a:gridCol>
              </a:tblGrid>
              <a:tr h="273393">
                <a:tc>
                  <a:txBody>
                    <a:bodyPr/>
                    <a:lstStyle/>
                    <a:p>
                      <a:pPr rtl="1"/>
                      <a:endParaRPr lang="ar-EG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59097"/>
                  </a:ext>
                </a:extLst>
              </a:tr>
              <a:tr h="27339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78466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6261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9773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4287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631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5463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01121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79258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17459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46524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82767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80156"/>
                  </a:ext>
                </a:extLst>
              </a:tr>
              <a:tr h="209923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8287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0480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394013"/>
                  </a:ext>
                </a:extLst>
              </a:tr>
              <a:tr h="283298"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709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D1AB1B-843C-D244-DBED-AFAABE081C36}"/>
              </a:ext>
            </a:extLst>
          </p:cNvPr>
          <p:cNvSpPr txBox="1"/>
          <p:nvPr/>
        </p:nvSpPr>
        <p:spPr>
          <a:xfrm>
            <a:off x="4402348" y="206903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FD9EB-5DA1-6D1E-3B58-FFBF6F3E8EEE}"/>
              </a:ext>
            </a:extLst>
          </p:cNvPr>
          <p:cNvSpPr txBox="1"/>
          <p:nvPr/>
        </p:nvSpPr>
        <p:spPr>
          <a:xfrm>
            <a:off x="4415337" y="2335052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050000</a:t>
            </a:r>
            <a:endParaRPr lang="ar-E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F42A-5B11-C222-043E-F1CCF84AE268}"/>
              </a:ext>
            </a:extLst>
          </p:cNvPr>
          <p:cNvSpPr txBox="1"/>
          <p:nvPr/>
        </p:nvSpPr>
        <p:spPr>
          <a:xfrm>
            <a:off x="4424590" y="319447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D8E9C-6463-2B3D-A1F2-6AE7D54C8FA8}"/>
              </a:ext>
            </a:extLst>
          </p:cNvPr>
          <p:cNvSpPr txBox="1"/>
          <p:nvPr/>
        </p:nvSpPr>
        <p:spPr>
          <a:xfrm>
            <a:off x="4424591" y="26281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010000</a:t>
            </a:r>
            <a:endParaRPr lang="ar-E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4DC22-3F39-56A2-409A-CCFE3E567498}"/>
              </a:ext>
            </a:extLst>
          </p:cNvPr>
          <p:cNvSpPr txBox="1"/>
          <p:nvPr/>
        </p:nvSpPr>
        <p:spPr>
          <a:xfrm>
            <a:off x="4423504" y="2892284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69101790</a:t>
            </a:r>
            <a:endParaRPr lang="ar-E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15598-94B2-ACF0-70B5-8984E37B9B7A}"/>
              </a:ext>
            </a:extLst>
          </p:cNvPr>
          <p:cNvSpPr txBox="1"/>
          <p:nvPr/>
        </p:nvSpPr>
        <p:spPr>
          <a:xfrm>
            <a:off x="4423504" y="346454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1BA013</a:t>
            </a:r>
            <a:endParaRPr lang="ar-E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EB4BBA-41B8-319F-C1CB-3CB1A5D3EED7}"/>
              </a:ext>
            </a:extLst>
          </p:cNvPr>
          <p:cNvSpPr txBox="1"/>
          <p:nvPr/>
        </p:nvSpPr>
        <p:spPr>
          <a:xfrm>
            <a:off x="4443970" y="400959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2F200A</a:t>
            </a:r>
            <a:endParaRPr lang="ar-E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F843E-10A0-6BDC-EED3-6FDD8D9676F0}"/>
              </a:ext>
            </a:extLst>
          </p:cNvPr>
          <p:cNvSpPr txBox="1"/>
          <p:nvPr/>
        </p:nvSpPr>
        <p:spPr>
          <a:xfrm>
            <a:off x="4431390" y="3745436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1BC000</a:t>
            </a:r>
            <a:endParaRPr lang="ar-E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2E0CF0-20A5-058B-21EE-3BE980C0B944}"/>
              </a:ext>
            </a:extLst>
          </p:cNvPr>
          <p:cNvSpPr txBox="1"/>
          <p:nvPr/>
        </p:nvSpPr>
        <p:spPr>
          <a:xfrm>
            <a:off x="4433810" y="4292088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3B2FF4</a:t>
            </a:r>
            <a:endParaRPr lang="ar-E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81D281-1284-7CAD-2AA3-B01C8782FCDB}"/>
              </a:ext>
            </a:extLst>
          </p:cNvPr>
          <p:cNvSpPr txBox="1"/>
          <p:nvPr/>
        </p:nvSpPr>
        <p:spPr>
          <a:xfrm>
            <a:off x="4433809" y="4589297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0F102F00</a:t>
            </a:r>
            <a:endParaRPr lang="ar-E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D6DEA7-8675-5D02-4302-1A0D748551BC}"/>
              </a:ext>
            </a:extLst>
          </p:cNvPr>
          <p:cNvSpPr txBox="1"/>
          <p:nvPr/>
        </p:nvSpPr>
        <p:spPr>
          <a:xfrm>
            <a:off x="4444618" y="4872742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4F0000</a:t>
            </a:r>
            <a:endParaRPr lang="ar-E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5C0305-5FCC-5D39-32DB-7A235CC8D899}"/>
              </a:ext>
            </a:extLst>
          </p:cNvPr>
          <p:cNvSpPr txBox="1"/>
          <p:nvPr/>
        </p:nvSpPr>
        <p:spPr>
          <a:xfrm>
            <a:off x="4443970" y="5154172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E22C92-04F6-76DB-34AB-0D8FC15E42F9}"/>
              </a:ext>
            </a:extLst>
          </p:cNvPr>
          <p:cNvSpPr txBox="1"/>
          <p:nvPr/>
        </p:nvSpPr>
        <p:spPr>
          <a:xfrm>
            <a:off x="4431390" y="5486109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7EFA3B-E718-723F-6159-F9283030BC5B}"/>
              </a:ext>
            </a:extLst>
          </p:cNvPr>
          <p:cNvSpPr txBox="1"/>
          <p:nvPr/>
        </p:nvSpPr>
        <p:spPr>
          <a:xfrm>
            <a:off x="4443970" y="5882097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A18C52-0D31-786D-AA55-249A3F4059B5}"/>
              </a:ext>
            </a:extLst>
          </p:cNvPr>
          <p:cNvSpPr txBox="1"/>
          <p:nvPr/>
        </p:nvSpPr>
        <p:spPr>
          <a:xfrm>
            <a:off x="4435656" y="6177935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069E31-1784-8B3A-BDB6-14C3CA2BB414}"/>
              </a:ext>
            </a:extLst>
          </p:cNvPr>
          <p:cNvSpPr txBox="1"/>
          <p:nvPr/>
        </p:nvSpPr>
        <p:spPr>
          <a:xfrm>
            <a:off x="4425352" y="6442737"/>
            <a:ext cx="164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Obj. code</a:t>
            </a:r>
            <a:endParaRPr lang="ar-EG">
              <a:solidFill>
                <a:srgbClr val="FF0000"/>
              </a:solidFill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E678604-3351-35D9-DB9B-352A522D5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24953"/>
              </p:ext>
            </p:extLst>
          </p:nvPr>
        </p:nvGraphicFramePr>
        <p:xfrm>
          <a:off x="6147783" y="1764286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(12)=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 – PC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5A9668F0-087C-2991-7EEF-0BD38043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71662"/>
              </p:ext>
            </p:extLst>
          </p:nvPr>
        </p:nvGraphicFramePr>
        <p:xfrm>
          <a:off x="6171447" y="3500238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Address(20)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3C65CC6-6D9C-885F-3642-6BC87DA78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56878"/>
              </p:ext>
            </p:extLst>
          </p:nvPr>
        </p:nvGraphicFramePr>
        <p:xfrm>
          <a:off x="6173619" y="5281554"/>
          <a:ext cx="5907651" cy="1475622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125474">
                  <a:extLst>
                    <a:ext uri="{9D8B030D-6E8A-4147-A177-3AD203B41FA5}">
                      <a16:colId xmlns:a16="http://schemas.microsoft.com/office/drawing/2014/main" val="1591416781"/>
                    </a:ext>
                  </a:extLst>
                </a:gridCol>
                <a:gridCol w="237469">
                  <a:extLst>
                    <a:ext uri="{9D8B030D-6E8A-4147-A177-3AD203B41FA5}">
                      <a16:colId xmlns:a16="http://schemas.microsoft.com/office/drawing/2014/main" val="2127400500"/>
                    </a:ext>
                  </a:extLst>
                </a:gridCol>
                <a:gridCol w="225756">
                  <a:extLst>
                    <a:ext uri="{9D8B030D-6E8A-4147-A177-3AD203B41FA5}">
                      <a16:colId xmlns:a16="http://schemas.microsoft.com/office/drawing/2014/main" val="3253625314"/>
                    </a:ext>
                  </a:extLst>
                </a:gridCol>
                <a:gridCol w="263804">
                  <a:extLst>
                    <a:ext uri="{9D8B030D-6E8A-4147-A177-3AD203B41FA5}">
                      <a16:colId xmlns:a16="http://schemas.microsoft.com/office/drawing/2014/main" val="903114469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73825083"/>
                    </a:ext>
                  </a:extLst>
                </a:gridCol>
                <a:gridCol w="280715">
                  <a:extLst>
                    <a:ext uri="{9D8B030D-6E8A-4147-A177-3AD203B41FA5}">
                      <a16:colId xmlns:a16="http://schemas.microsoft.com/office/drawing/2014/main" val="2941723327"/>
                    </a:ext>
                  </a:extLst>
                </a:gridCol>
                <a:gridCol w="275641">
                  <a:extLst>
                    <a:ext uri="{9D8B030D-6E8A-4147-A177-3AD203B41FA5}">
                      <a16:colId xmlns:a16="http://schemas.microsoft.com/office/drawing/2014/main" val="1600880005"/>
                    </a:ext>
                  </a:extLst>
                </a:gridCol>
                <a:gridCol w="3218077">
                  <a:extLst>
                    <a:ext uri="{9D8B030D-6E8A-4147-A177-3AD203B41FA5}">
                      <a16:colId xmlns:a16="http://schemas.microsoft.com/office/drawing/2014/main" val="907445157"/>
                    </a:ext>
                  </a:extLst>
                </a:gridCol>
              </a:tblGrid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3357"/>
                  </a:ext>
                </a:extLst>
              </a:tr>
              <a:tr h="35370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</a:rPr>
                        <a:t>Opcode(6)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b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p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err="1">
                          <a:effectLst/>
                        </a:rPr>
                        <a:t>Disp</a:t>
                      </a:r>
                      <a:r>
                        <a:rPr lang="en-US" sz="1800" b="0">
                          <a:effectLst/>
                        </a:rPr>
                        <a:t>(12)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7248795"/>
                  </a:ext>
                </a:extLst>
              </a:tr>
              <a:tr h="17285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315928"/>
                  </a:ext>
                </a:extLst>
              </a:tr>
              <a:tr h="172850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616502"/>
                  </a:ext>
                </a:extLst>
              </a:tr>
              <a:tr h="172850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111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A31573-37C6-8920-0CA6-BC5475F9BDC9}"/>
              </a:ext>
            </a:extLst>
          </p:cNvPr>
          <p:cNvSpPr txBox="1"/>
          <p:nvPr/>
        </p:nvSpPr>
        <p:spPr>
          <a:xfrm>
            <a:off x="6154541" y="3448763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+STA  TOTAL</a:t>
            </a:r>
            <a:endParaRPr lang="ar-E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D62D3-7BE1-D30E-9130-33907D0D9270}"/>
              </a:ext>
            </a:extLst>
          </p:cNvPr>
          <p:cNvSpPr txBox="1"/>
          <p:nvPr/>
        </p:nvSpPr>
        <p:spPr>
          <a:xfrm>
            <a:off x="6144381" y="1711403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JLT  LOOP</a:t>
            </a:r>
            <a:endParaRPr lang="ar-E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D8B1D8-4690-8DEF-40C0-2FB312BC9E2F}"/>
              </a:ext>
            </a:extLst>
          </p:cNvPr>
          <p:cNvSpPr txBox="1"/>
          <p:nvPr/>
        </p:nvSpPr>
        <p:spPr>
          <a:xfrm>
            <a:off x="6185362" y="5239928"/>
            <a:ext cx="193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RSUB</a:t>
            </a:r>
            <a:endParaRPr lang="ar-E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4E1815-DE13-3BBA-F511-804B0D430839}"/>
              </a:ext>
            </a:extLst>
          </p:cNvPr>
          <p:cNvSpPr txBox="1"/>
          <p:nvPr/>
        </p:nvSpPr>
        <p:spPr>
          <a:xfrm>
            <a:off x="6154541" y="2356862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38</a:t>
            </a:r>
            <a:endParaRPr lang="ar-EG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B8B09D-63C3-04EB-2F5F-58F86792CD75}"/>
              </a:ext>
            </a:extLst>
          </p:cNvPr>
          <p:cNvSpPr txBox="1"/>
          <p:nvPr/>
        </p:nvSpPr>
        <p:spPr>
          <a:xfrm>
            <a:off x="6205077" y="4103305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</a:t>
            </a:r>
            <a:endParaRPr lang="ar-E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E108F3-2091-E4EF-FF78-4C6F1FABFDBE}"/>
              </a:ext>
            </a:extLst>
          </p:cNvPr>
          <p:cNvSpPr txBox="1"/>
          <p:nvPr/>
        </p:nvSpPr>
        <p:spPr>
          <a:xfrm>
            <a:off x="6234805" y="5858418"/>
            <a:ext cx="59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4C</a:t>
            </a:r>
            <a:endParaRPr lang="ar-E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657B05-A219-3F7F-571D-8B8D18669334}"/>
              </a:ext>
            </a:extLst>
          </p:cNvPr>
          <p:cNvSpPr txBox="1"/>
          <p:nvPr/>
        </p:nvSpPr>
        <p:spPr>
          <a:xfrm>
            <a:off x="7208156" y="2356978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EC6FA3-DC60-7859-C56B-715189A694AB}"/>
              </a:ext>
            </a:extLst>
          </p:cNvPr>
          <p:cNvSpPr txBox="1"/>
          <p:nvPr/>
        </p:nvSpPr>
        <p:spPr>
          <a:xfrm>
            <a:off x="7238636" y="4094338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58BF5D-5276-D7B2-053F-C64B92E4E46A}"/>
              </a:ext>
            </a:extLst>
          </p:cNvPr>
          <p:cNvSpPr txBox="1"/>
          <p:nvPr/>
        </p:nvSpPr>
        <p:spPr>
          <a:xfrm>
            <a:off x="7238636" y="5882498"/>
            <a:ext cx="67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66D5CD-E81D-8729-27B4-1F70CCD61A45}"/>
              </a:ext>
            </a:extLst>
          </p:cNvPr>
          <p:cNvSpPr txBox="1"/>
          <p:nvPr/>
        </p:nvSpPr>
        <p:spPr>
          <a:xfrm>
            <a:off x="7734816" y="5875339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0   0   0   0</a:t>
            </a:r>
            <a:endParaRPr lang="ar-EG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55081D-698C-B387-7329-7F28AF480DDE}"/>
              </a:ext>
            </a:extLst>
          </p:cNvPr>
          <p:cNvSpPr txBox="1"/>
          <p:nvPr/>
        </p:nvSpPr>
        <p:spPr>
          <a:xfrm>
            <a:off x="7755136" y="4087179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0   0   0   1</a:t>
            </a:r>
            <a:endParaRPr lang="ar-E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E5A377-03F2-2AE1-480C-F963CAD6845E}"/>
              </a:ext>
            </a:extLst>
          </p:cNvPr>
          <p:cNvSpPr txBox="1"/>
          <p:nvPr/>
        </p:nvSpPr>
        <p:spPr>
          <a:xfrm>
            <a:off x="7716229" y="2351225"/>
            <a:ext cx="114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0   0   1   0</a:t>
            </a:r>
            <a:endParaRPr lang="ar-EG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FB76F7-A755-44CB-8CF9-E329CBAECCD5}"/>
              </a:ext>
            </a:extLst>
          </p:cNvPr>
          <p:cNvSpPr txBox="1"/>
          <p:nvPr/>
        </p:nvSpPr>
        <p:spPr>
          <a:xfrm>
            <a:off x="8832176" y="235258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000A-0016= FF4 (-12)</a:t>
            </a:r>
            <a:endParaRPr lang="ar-E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8DF11F-2E91-848F-AF2C-E79893F1EDA7}"/>
              </a:ext>
            </a:extLst>
          </p:cNvPr>
          <p:cNvSpPr txBox="1"/>
          <p:nvPr/>
        </p:nvSpPr>
        <p:spPr>
          <a:xfrm>
            <a:off x="6163590" y="2645909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0011 10   11</a:t>
            </a:r>
            <a:endParaRPr lang="ar-E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BBB64E-57CC-90C2-D4F9-050EF652F369}"/>
              </a:ext>
            </a:extLst>
          </p:cNvPr>
          <p:cNvSpPr txBox="1"/>
          <p:nvPr/>
        </p:nvSpPr>
        <p:spPr>
          <a:xfrm>
            <a:off x="7741921" y="2647209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</a:t>
            </a:r>
            <a:endParaRPr lang="ar-E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D33224-B05C-56EC-1559-39BD16119A03}"/>
              </a:ext>
            </a:extLst>
          </p:cNvPr>
          <p:cNvSpPr txBox="1"/>
          <p:nvPr/>
        </p:nvSpPr>
        <p:spPr>
          <a:xfrm>
            <a:off x="8836644" y="2635598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1111 1111 0100</a:t>
            </a:r>
            <a:endParaRPr lang="ar-EG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6F4759-4B7D-AA84-3179-F537A4C01838}"/>
              </a:ext>
            </a:extLst>
          </p:cNvPr>
          <p:cNvSpPr txBox="1"/>
          <p:nvPr/>
        </p:nvSpPr>
        <p:spPr>
          <a:xfrm>
            <a:off x="6146696" y="2922552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3B2FF4</a:t>
            </a:r>
            <a:endParaRPr lang="ar-EG" b="1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F79982-10AE-1AE5-61AB-1E0D3D531281}"/>
              </a:ext>
            </a:extLst>
          </p:cNvPr>
          <p:cNvSpPr txBox="1"/>
          <p:nvPr/>
        </p:nvSpPr>
        <p:spPr>
          <a:xfrm>
            <a:off x="8854507" y="4082240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2F00</a:t>
            </a:r>
            <a:endParaRPr lang="ar-EG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639A82-9822-813A-2A93-F45A6E84214E}"/>
              </a:ext>
            </a:extLst>
          </p:cNvPr>
          <p:cNvSpPr txBox="1"/>
          <p:nvPr/>
        </p:nvSpPr>
        <p:spPr>
          <a:xfrm>
            <a:off x="6185921" y="4375561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0000 11    11</a:t>
            </a:r>
            <a:endParaRPr lang="ar-EG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0CC91F-1898-D52E-2E84-D466C2A2CF75}"/>
              </a:ext>
            </a:extLst>
          </p:cNvPr>
          <p:cNvSpPr txBox="1"/>
          <p:nvPr/>
        </p:nvSpPr>
        <p:spPr>
          <a:xfrm>
            <a:off x="7764252" y="4376861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</a:t>
            </a:r>
            <a:endParaRPr lang="ar-EG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429A27-88CA-A688-5EDB-D89F5B1CDE5B}"/>
              </a:ext>
            </a:extLst>
          </p:cNvPr>
          <p:cNvSpPr txBox="1"/>
          <p:nvPr/>
        </p:nvSpPr>
        <p:spPr>
          <a:xfrm>
            <a:off x="8858975" y="4365250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0010 1111 0000 0000</a:t>
            </a:r>
            <a:endParaRPr lang="ar-EG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6F9C6C-CE18-0BA3-AA6B-621FFAB6F9DD}"/>
              </a:ext>
            </a:extLst>
          </p:cNvPr>
          <p:cNvSpPr txBox="1"/>
          <p:nvPr/>
        </p:nvSpPr>
        <p:spPr>
          <a:xfrm>
            <a:off x="6169027" y="4652204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0F102F00</a:t>
            </a:r>
            <a:endParaRPr lang="ar-EG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1C85D-6501-F853-22B9-2E76B6DAC09B}"/>
              </a:ext>
            </a:extLst>
          </p:cNvPr>
          <p:cNvSpPr txBox="1"/>
          <p:nvPr/>
        </p:nvSpPr>
        <p:spPr>
          <a:xfrm>
            <a:off x="8844183" y="5870264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endParaRPr lang="ar-E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5C3F46-596E-5784-5293-1F4D644F8A9B}"/>
              </a:ext>
            </a:extLst>
          </p:cNvPr>
          <p:cNvSpPr txBox="1"/>
          <p:nvPr/>
        </p:nvSpPr>
        <p:spPr>
          <a:xfrm>
            <a:off x="6175597" y="6163585"/>
            <a:ext cx="167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0100 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   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ar-EG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F5ABA1-E2B6-E07D-A3F0-488BD4059BB1}"/>
              </a:ext>
            </a:extLst>
          </p:cNvPr>
          <p:cNvSpPr txBox="1"/>
          <p:nvPr/>
        </p:nvSpPr>
        <p:spPr>
          <a:xfrm>
            <a:off x="7753928" y="6164885"/>
            <a:ext cx="68891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A33796-FB81-38E1-0AFC-AF45339401EE}"/>
              </a:ext>
            </a:extLst>
          </p:cNvPr>
          <p:cNvSpPr txBox="1"/>
          <p:nvPr/>
        </p:nvSpPr>
        <p:spPr>
          <a:xfrm>
            <a:off x="8848651" y="6153274"/>
            <a:ext cx="309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0000 0000 0000</a:t>
            </a:r>
            <a:endParaRPr lang="ar-EG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66CAC3-E4F2-8452-DD46-4C285611A495}"/>
              </a:ext>
            </a:extLst>
          </p:cNvPr>
          <p:cNvSpPr txBox="1"/>
          <p:nvPr/>
        </p:nvSpPr>
        <p:spPr>
          <a:xfrm>
            <a:off x="6158703" y="6440228"/>
            <a:ext cx="110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4F0000</a:t>
            </a:r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2627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46" grpId="0"/>
      <p:bldP spid="49" grpId="0"/>
      <p:bldP spid="16" grpId="0"/>
      <p:bldP spid="17" grpId="0"/>
      <p:bldP spid="47" grpId="0"/>
      <p:bldP spid="48" grpId="0"/>
      <p:bldP spid="50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H.T.M.E  record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CFD4D-171A-0B92-D70C-A11EBE5A90D1}"/>
              </a:ext>
            </a:extLst>
          </p:cNvPr>
          <p:cNvSpPr txBox="1"/>
          <p:nvPr/>
        </p:nvSpPr>
        <p:spPr>
          <a:xfrm>
            <a:off x="4234228" y="335150"/>
            <a:ext cx="6096000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H. program name(6). Starting address(6). Length(6) </a:t>
            </a:r>
            <a:endParaRPr lang="en-US" sz="180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60C8F-45CA-178C-8560-50A4A71C1D72}"/>
              </a:ext>
            </a:extLst>
          </p:cNvPr>
          <p:cNvSpPr txBox="1"/>
          <p:nvPr/>
        </p:nvSpPr>
        <p:spPr>
          <a:xfrm>
            <a:off x="4240074" y="2166019"/>
            <a:ext cx="6090154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 Starting address of each t record(6) . Size of instruction(2). obj. code of all </a:t>
            </a:r>
            <a:r>
              <a:rPr lang="en-US" sz="1800" b="1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</a:t>
            </a: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(6)</a:t>
            </a:r>
            <a:endParaRPr lang="en-US" sz="180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F74C0-E1F0-658D-5B9B-91E3DA71FB82}"/>
              </a:ext>
            </a:extLst>
          </p:cNvPr>
          <p:cNvSpPr txBox="1"/>
          <p:nvPr/>
        </p:nvSpPr>
        <p:spPr>
          <a:xfrm>
            <a:off x="4234228" y="383229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M. Location+1(6) . how many bit changed(2)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A5C8F-441D-2B93-D33A-95E55F3898F9}"/>
              </a:ext>
            </a:extLst>
          </p:cNvPr>
          <p:cNvSpPr txBox="1"/>
          <p:nvPr/>
        </p:nvSpPr>
        <p:spPr>
          <a:xfrm>
            <a:off x="4234228" y="5359661"/>
            <a:ext cx="6096000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 Starting address(6)</a:t>
            </a:r>
            <a:endParaRPr lang="en-US" sz="180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C62A84-FF9B-8B27-C42A-FA3FDE82C853}"/>
              </a:ext>
            </a:extLst>
          </p:cNvPr>
          <p:cNvSpPr txBox="1"/>
          <p:nvPr/>
        </p:nvSpPr>
        <p:spPr>
          <a:xfrm>
            <a:off x="4236720" y="731648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H.SUMXXX.000000.002F03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2C31A6-2115-EB52-11CD-35AD09291DB5}"/>
              </a:ext>
            </a:extLst>
          </p:cNvPr>
          <p:cNvSpPr txBox="1"/>
          <p:nvPr/>
        </p:nvSpPr>
        <p:spPr>
          <a:xfrm>
            <a:off x="4255600" y="2955102"/>
            <a:ext cx="7936400" cy="6719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solidFill>
                  <a:srgbClr val="FF0000"/>
                </a:solidFill>
                <a:effectLst/>
                <a:latin typeface="Calibri"/>
                <a:ea typeface="Times New Roman" panose="02020603050405020304" pitchFamily="18" charset="0"/>
                <a:cs typeface="Arial"/>
              </a:rPr>
              <a:t>T.000000.1D.005000.001000.69101790.1BA013.1BC000.2F200A.</a:t>
            </a:r>
            <a:r>
              <a:rPr lang="en-US">
                <a:solidFill>
                  <a:srgbClr val="FF0000"/>
                </a:solidFill>
                <a:latin typeface="Calibri"/>
                <a:ea typeface="Times New Roman" panose="02020603050405020304" pitchFamily="18" charset="0"/>
                <a:cs typeface="Arial"/>
              </a:rPr>
              <a:t>3B2FF4.0F102F00.4F0000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150758-120D-4A8F-5639-68F9A5ED4B13}"/>
              </a:ext>
            </a:extLst>
          </p:cNvPr>
          <p:cNvSpPr txBox="1"/>
          <p:nvPr/>
        </p:nvSpPr>
        <p:spPr>
          <a:xfrm>
            <a:off x="4234228" y="4242452"/>
            <a:ext cx="6830012" cy="77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M.000007.05             (+LDB  #TABLE2           69 1 01790)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M.000017.05             (+STA  TOTAL                 0F 1 02F00)</a:t>
            </a:r>
            <a:endParaRPr lang="ar-EG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BAE6F-7AA8-3945-C791-1A69D383FB8D}"/>
              </a:ext>
            </a:extLst>
          </p:cNvPr>
          <p:cNvSpPr txBox="1"/>
          <p:nvPr/>
        </p:nvSpPr>
        <p:spPr>
          <a:xfrm>
            <a:off x="4235280" y="5740653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E.000000</a:t>
            </a:r>
          </a:p>
        </p:txBody>
      </p:sp>
    </p:spTree>
    <p:extLst>
      <p:ext uri="{BB962C8B-B14F-4D97-AF65-F5344CB8AC3E}">
        <p14:creationId xmlns:p14="http://schemas.microsoft.com/office/powerpoint/2010/main" val="222614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3" grpId="0"/>
      <p:bldP spid="17" grpId="0"/>
      <p:bldP spid="24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16" y="272472"/>
            <a:ext cx="11729884" cy="1030515"/>
          </a:xfrm>
        </p:spPr>
        <p:txBody>
          <a:bodyPr anchor="ctr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Sheet4, Q2) 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Translate (by hand) the following assembly program to SIC/XE object code. Which contains H record, T record, M record and E record.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B0F45-DDA0-B6AD-D301-29E8D18B10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2" r="73884"/>
          <a:stretch>
            <a:fillRect/>
          </a:stretch>
        </p:blipFill>
        <p:spPr>
          <a:xfrm>
            <a:off x="863601" y="1662974"/>
            <a:ext cx="2052320" cy="5246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3E272-7D6F-7F35-ADB0-24852EB0A2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899" r="36662"/>
          <a:stretch/>
        </p:blipFill>
        <p:spPr>
          <a:xfrm>
            <a:off x="2712720" y="1614253"/>
            <a:ext cx="1341120" cy="52460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14E446-B285-F787-4DBA-541E53BC5D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8256"/>
          <a:stretch/>
        </p:blipFill>
        <p:spPr>
          <a:xfrm>
            <a:off x="3763633" y="1662974"/>
            <a:ext cx="1773931" cy="52460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F96C63-CC97-5C90-BF57-3608FA5DF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001" y="2024383"/>
            <a:ext cx="2854887" cy="222380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87B0FE-2B93-3EE9-BFC1-33E9E20D6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74925"/>
              </p:ext>
            </p:extLst>
          </p:nvPr>
        </p:nvGraphicFramePr>
        <p:xfrm>
          <a:off x="6385277" y="4610992"/>
          <a:ext cx="3957604" cy="1627660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309945">
                  <a:extLst>
                    <a:ext uri="{9D8B030D-6E8A-4147-A177-3AD203B41FA5}">
                      <a16:colId xmlns:a16="http://schemas.microsoft.com/office/drawing/2014/main" val="1423406491"/>
                    </a:ext>
                  </a:extLst>
                </a:gridCol>
                <a:gridCol w="1264129">
                  <a:extLst>
                    <a:ext uri="{9D8B030D-6E8A-4147-A177-3AD203B41FA5}">
                      <a16:colId xmlns:a16="http://schemas.microsoft.com/office/drawing/2014/main" val="739361342"/>
                    </a:ext>
                  </a:extLst>
                </a:gridCol>
                <a:gridCol w="1383530">
                  <a:extLst>
                    <a:ext uri="{9D8B030D-6E8A-4147-A177-3AD203B41FA5}">
                      <a16:colId xmlns:a16="http://schemas.microsoft.com/office/drawing/2014/main" val="3688599578"/>
                    </a:ext>
                  </a:extLst>
                </a:gridCol>
              </a:tblGrid>
              <a:tr h="325532">
                <a:tc gridSpan="3"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ADDR S,X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321"/>
                  </a:ext>
                </a:extLst>
              </a:tr>
              <a:tr h="3255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Opcode(8)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R1(4)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R2(4)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2415508"/>
                  </a:ext>
                </a:extLst>
              </a:tr>
              <a:tr h="3255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6651519"/>
                  </a:ext>
                </a:extLst>
              </a:tr>
              <a:tr h="3255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0001 1000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0100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0001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2119390"/>
                  </a:ext>
                </a:extLst>
              </a:tr>
              <a:tr h="325532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1841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485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06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789</Words>
  <Application>Microsoft Office PowerPoint</Application>
  <PresentationFormat>Widescreen</PresentationFormat>
  <Paragraphs>308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Section 5</vt:lpstr>
      <vt:lpstr>Sheet4, Q1) Pass 1</vt:lpstr>
      <vt:lpstr>Sheet4, Q1) Pass 2</vt:lpstr>
      <vt:lpstr>Sheet4, Q1) Pass 2.</vt:lpstr>
      <vt:lpstr>Sheet4, Q1) Pass 2..</vt:lpstr>
      <vt:lpstr>PowerPoint Presentation</vt:lpstr>
      <vt:lpstr>Sheet4, Q2)  Translate (by hand) the following assembly program to SIC/XE object code. Which contains H record, T record, M record and E record.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yara elmekky</cp:lastModifiedBy>
  <cp:revision>5</cp:revision>
  <dcterms:created xsi:type="dcterms:W3CDTF">2021-11-26T20:08:50Z</dcterms:created>
  <dcterms:modified xsi:type="dcterms:W3CDTF">2026-03-25T17:47:02Z</dcterms:modified>
</cp:coreProperties>
</file>