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15" r:id="rId2"/>
    <p:sldId id="31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5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7E0CEE-7ABD-125B-947E-C325A5EB6F0F}" v="1" dt="2026-03-01T19:45:03.3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86" autoAdjust="0"/>
    <p:restoredTop sz="94660"/>
  </p:normalViewPr>
  <p:slideViewPr>
    <p:cSldViewPr snapToGrid="0">
      <p:cViewPr varScale="1">
        <p:scale>
          <a:sx n="83" d="100"/>
          <a:sy n="83" d="100"/>
        </p:scale>
        <p:origin x="69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B9C0AE9E-D47A-49D5-B30A-0262751AB258}" type="datetimeFigureOut">
              <a:rPr lang="ar-EG" smtClean="0"/>
              <a:t>13/09/1447</a:t>
            </a:fld>
            <a:endParaRPr lang="ar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B429B219-3DC2-413E-BB62-B48BD1163176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722579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9DF86-8BE5-4E55-939A-4CA8B11FC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521AA2-5BB0-4C4E-9362-E15E125794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ABBF3-9276-48E1-BF53-7D2FD4E47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9C5F4-375C-4955-8DC6-39A21275C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F211B-13B3-416E-9E2F-842240596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60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F2C7A-7F49-4E37-AB93-A92B8C895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1D7D3-B31D-4045-AE6A-F094683F2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9028B-D478-41E3-9DDE-EEF433CD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4CAEA-3F00-4902-8163-FBCB35CA1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F0391-3218-4642-A28D-45628A4E9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462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21C7B-8EC2-43A1-88CF-261CF1E3B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7C2B8-315A-4EA8-95B6-665C6C76F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C6FC4-9A20-4B2F-8947-749AD468D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6A3B8-6E20-47EB-ACF8-C26A39C12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3DCF5-D810-42B2-8B1A-096B9EF93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51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7D6CD-24B6-4BF9-B895-24D9A666E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A1844-9155-440E-8DF3-D284F8B271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8A46E3-FF3A-47A1-99B6-961284728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4DF9A2-1C36-4BCA-A2A4-1A0872020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F623C-3EA6-473F-98B3-EAFF22394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91697-378E-46A4-B93E-A647E4CCA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03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8B791-C80A-4530-8024-6B3AD2061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126DD-91AB-40AC-AF28-CE2656C91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801F98-2D26-4CC6-91F2-519EC8497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64AA12-4E53-4CD5-AE63-69E8D2A29A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F7952E-A7A8-49EF-B069-C5FFAF6240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9F1101-B919-440D-83BD-60B460D2E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DAD026-D9BF-4A89-8F3F-9B5353C85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625996-1530-41F6-8EAB-CE05F7860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10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158EB-4D72-4C2D-99AC-D55ACA28E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C3F8C9-3F02-432A-B4D5-278B70CC6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BDCF67-E4E9-4BFC-9968-BD7164973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07F7E0-B3F4-4E6D-8576-F8D47E89F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76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C84CC8-ACCA-4EEA-AB56-3AEF2C952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E950FE-C59A-481E-A9E4-FB6ECD992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21CFF-8974-48DF-8EFB-12A5BB382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413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0592A-B52D-4A0B-A9EB-5047C7465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BE7D3-1800-4524-B3F4-CF0746698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C41D84-F575-462C-8593-B2826A86AE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9F7C7D-DB09-4726-9C31-C26836514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9D6D9-C349-4211-9234-AD56D5DA0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BBE0B-FCCC-4D0F-B82E-B83C60087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714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C75AF-83A9-41F7-A1A9-1B7F8A0C7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C22B42-C2F2-4C2C-8684-C040B4CD9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0149DA-CA59-47D5-8D34-BBC149D36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BFC1A-4AB6-469F-BEF5-C7322822C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F5A0C-F869-4754-88DD-D73989135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BE0A7-E937-40D1-88AB-F3E48232B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130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3AEF-430A-495B-856B-8DFD41574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CAB936-2C98-47CE-90E0-F748E2BDA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E49B0-8378-4853-9239-E08038464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6326D-B69A-4C9A-A689-89A10E159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1B6A8-1DF8-4990-9449-5E3C3EEF8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062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CB047E-737D-4624-A740-30D135638E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6690D-B49A-4CD4-99C7-CEEB8D2B85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4BB12-C641-41E3-9B7A-33E3AFF46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B9F18-0E3E-439B-B096-2E16A3E28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8E89C-BC4B-43FC-A12A-23FDF87F5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125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7CBD01-0B0B-443A-8335-D5A458CE1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EBB28-D2F9-484E-80D3-757703EFE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1F4B7-DF04-4607-A541-75EE0B5827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73F09-E982-45C1-964F-77925596AC3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55EB9-8FAE-4F4B-AED5-8E2F77521C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6C838-B67B-42EA-BA5C-9987844DF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862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580BC8-5CEA-085A-1903-C3871077E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Section 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91832-72A5-6196-8537-6ECE0A21A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5397" y="4960961"/>
            <a:ext cx="7055893" cy="107805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Systems Programming ECE3502</a:t>
            </a:r>
          </a:p>
        </p:txBody>
      </p:sp>
    </p:spTree>
    <p:extLst>
      <p:ext uri="{BB962C8B-B14F-4D97-AF65-F5344CB8AC3E}">
        <p14:creationId xmlns:p14="http://schemas.microsoft.com/office/powerpoint/2010/main" val="3621849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E78A90-9580-4E8F-7065-7CFD3FC51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4A164BA4-2237-081C-7818-E966C66B5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76D4F99-D963-38ED-7E6B-F037FF8B2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A79DC06-C520-2378-3907-46F45C213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67C3033-FC30-3149-1A3E-E84423514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8A2FA020-3AF6-6062-2C77-FD25AC79D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5F21AE-F1BA-AF7C-E87D-92F4807461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5066" y="806824"/>
            <a:ext cx="3324096" cy="1494117"/>
          </a:xfrm>
        </p:spPr>
        <p:txBody>
          <a:bodyPr anchor="b">
            <a:normAutofit/>
          </a:bodyPr>
          <a:lstStyle/>
          <a:p>
            <a:pPr algn="l"/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Question 1</a:t>
            </a:r>
            <a:endParaRPr lang="en-US" sz="20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B697DB-C9FC-CE29-BF39-3CDA426C49BF}"/>
              </a:ext>
            </a:extLst>
          </p:cNvPr>
          <p:cNvSpPr txBox="1"/>
          <p:nvPr/>
        </p:nvSpPr>
        <p:spPr>
          <a:xfrm>
            <a:off x="454260" y="2534681"/>
            <a:ext cx="3119120" cy="142192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Disassemble the following object codes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260865-9D9B-424B-4412-04F62397F853}"/>
              </a:ext>
            </a:extLst>
          </p:cNvPr>
          <p:cNvSpPr txBox="1"/>
          <p:nvPr/>
        </p:nvSpPr>
        <p:spPr>
          <a:xfrm>
            <a:off x="4143839" y="244144"/>
            <a:ext cx="75301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 HCOPYXX000000001027</a:t>
            </a:r>
          </a:p>
          <a:p>
            <a:r>
              <a:rPr lang="en-US" b="1" dirty="0"/>
              <a:t> T0000001814002100002428001B3000120000180C002700001E0C0024</a:t>
            </a:r>
          </a:p>
          <a:p>
            <a:r>
              <a:rPr lang="en-US" b="1" dirty="0"/>
              <a:t> T00001809454F46000000000003</a:t>
            </a:r>
          </a:p>
          <a:p>
            <a:r>
              <a:rPr lang="en-US" b="1" dirty="0"/>
              <a:t> E00000</a:t>
            </a:r>
            <a:endParaRPr lang="ar-EG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40E6B3B-1F05-B316-374A-801DBE1061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60556"/>
              </p:ext>
            </p:extLst>
          </p:nvPr>
        </p:nvGraphicFramePr>
        <p:xfrm>
          <a:off x="4259647" y="1651352"/>
          <a:ext cx="7414385" cy="4480560"/>
        </p:xfrm>
        <a:graphic>
          <a:graphicData uri="http://schemas.openxmlformats.org/drawingml/2006/table">
            <a:tbl>
              <a:tblPr rtl="1" firstRow="1" bandRow="1">
                <a:tableStyleId>{C083E6E3-FA7D-4D7B-A595-EF9225AFEA82}</a:tableStyleId>
              </a:tblPr>
              <a:tblGrid>
                <a:gridCol w="1513067">
                  <a:extLst>
                    <a:ext uri="{9D8B030D-6E8A-4147-A177-3AD203B41FA5}">
                      <a16:colId xmlns:a16="http://schemas.microsoft.com/office/drawing/2014/main" val="3407784883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3131649774"/>
                    </a:ext>
                  </a:extLst>
                </a:gridCol>
                <a:gridCol w="1666240">
                  <a:extLst>
                    <a:ext uri="{9D8B030D-6E8A-4147-A177-3AD203B41FA5}">
                      <a16:colId xmlns:a16="http://schemas.microsoft.com/office/drawing/2014/main" val="1960888103"/>
                    </a:ext>
                  </a:extLst>
                </a:gridCol>
                <a:gridCol w="1326808">
                  <a:extLst>
                    <a:ext uri="{9D8B030D-6E8A-4147-A177-3AD203B41FA5}">
                      <a16:colId xmlns:a16="http://schemas.microsoft.com/office/drawing/2014/main" val="2216473935"/>
                    </a:ext>
                  </a:extLst>
                </a:gridCol>
                <a:gridCol w="957550">
                  <a:extLst>
                    <a:ext uri="{9D8B030D-6E8A-4147-A177-3AD203B41FA5}">
                      <a16:colId xmlns:a16="http://schemas.microsoft.com/office/drawing/2014/main" val="2584979155"/>
                    </a:ext>
                  </a:extLst>
                </a:gridCol>
              </a:tblGrid>
              <a:tr h="235404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000" dirty="0"/>
                        <a:t> </a:t>
                      </a:r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414912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467646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360707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321104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390994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891603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13638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014785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712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438986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886560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439927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391489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392290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41790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702847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84783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4EB6885-BBFF-118B-8011-9CC637A6FD4D}"/>
              </a:ext>
            </a:extLst>
          </p:cNvPr>
          <p:cNvSpPr txBox="1"/>
          <p:nvPr/>
        </p:nvSpPr>
        <p:spPr>
          <a:xfrm>
            <a:off x="5357529" y="1745044"/>
            <a:ext cx="4521202" cy="3676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Symbols	           Instructions             Reference</a:t>
            </a:r>
            <a:endParaRPr lang="ar-E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DE87C5-085C-9E90-99D0-C9E60A04A4FA}"/>
              </a:ext>
            </a:extLst>
          </p:cNvPr>
          <p:cNvSpPr txBox="1"/>
          <p:nvPr/>
        </p:nvSpPr>
        <p:spPr>
          <a:xfrm>
            <a:off x="10297191" y="1744309"/>
            <a:ext cx="203744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Obj.</a:t>
            </a:r>
            <a:r>
              <a:rPr 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Code  	</a:t>
            </a:r>
            <a:endParaRPr lang="ar-E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C2D577-98CD-F341-F229-820AE6DF2698}"/>
              </a:ext>
            </a:extLst>
          </p:cNvPr>
          <p:cNvSpPr txBox="1"/>
          <p:nvPr/>
        </p:nvSpPr>
        <p:spPr>
          <a:xfrm>
            <a:off x="4246937" y="1614467"/>
            <a:ext cx="144066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Location Counter  	</a:t>
            </a:r>
            <a:endParaRPr lang="ar-E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1BCFDA-953C-D575-E164-0B494AAD04CF}"/>
              </a:ext>
            </a:extLst>
          </p:cNvPr>
          <p:cNvSpPr txBox="1"/>
          <p:nvPr/>
        </p:nvSpPr>
        <p:spPr>
          <a:xfrm>
            <a:off x="5357529" y="2156926"/>
            <a:ext cx="4895019" cy="3676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COPY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            START                         0000	</a:t>
            </a:r>
            <a:endParaRPr lang="ar-E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572C4F-C317-76DC-75F5-C34C2F4FA53C}"/>
              </a:ext>
            </a:extLst>
          </p:cNvPr>
          <p:cNvSpPr txBox="1"/>
          <p:nvPr/>
        </p:nvSpPr>
        <p:spPr>
          <a:xfrm>
            <a:off x="4350967" y="2171016"/>
            <a:ext cx="1232601" cy="403187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</a:t>
            </a:r>
            <a:r>
              <a:rPr lang="en-US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</a:t>
            </a:r>
          </a:p>
          <a:p>
            <a:r>
              <a:rPr lang="en-US" sz="16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</a:t>
            </a:r>
          </a:p>
          <a:p>
            <a:r>
              <a:rPr lang="en-US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0003</a:t>
            </a:r>
          </a:p>
          <a:p>
            <a:r>
              <a:rPr lang="en-US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0006</a:t>
            </a:r>
          </a:p>
          <a:p>
            <a:r>
              <a:rPr lang="en-US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0009</a:t>
            </a:r>
          </a:p>
          <a:p>
            <a:r>
              <a:rPr lang="en-US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000C</a:t>
            </a:r>
          </a:p>
          <a:p>
            <a:r>
              <a:rPr lang="en-US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000F</a:t>
            </a:r>
          </a:p>
          <a:p>
            <a:r>
              <a:rPr lang="en-US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0012</a:t>
            </a:r>
          </a:p>
          <a:p>
            <a:r>
              <a:rPr lang="en-US" sz="16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0015</a:t>
            </a:r>
          </a:p>
          <a:p>
            <a:r>
              <a:rPr lang="en-US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0018</a:t>
            </a:r>
          </a:p>
          <a:p>
            <a:r>
              <a:rPr lang="en-US" sz="16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001B</a:t>
            </a:r>
          </a:p>
          <a:p>
            <a:r>
              <a:rPr lang="en-US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001E</a:t>
            </a:r>
          </a:p>
          <a:p>
            <a:r>
              <a:rPr lang="en-US" sz="16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0021</a:t>
            </a:r>
          </a:p>
          <a:p>
            <a:r>
              <a:rPr lang="en-US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0024</a:t>
            </a:r>
          </a:p>
          <a:p>
            <a:r>
              <a:rPr lang="en-US" sz="16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0027</a:t>
            </a:r>
          </a:p>
          <a:p>
            <a:r>
              <a:rPr lang="en-US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1027	</a:t>
            </a:r>
            <a:endParaRPr lang="ar-EG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287743-4377-4991-219C-D13A946E98ED}"/>
              </a:ext>
            </a:extLst>
          </p:cNvPr>
          <p:cNvSpPr txBox="1"/>
          <p:nvPr/>
        </p:nvSpPr>
        <p:spPr>
          <a:xfrm>
            <a:off x="6895409" y="2414690"/>
            <a:ext cx="3357139" cy="3676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STL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	 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ef1	</a:t>
            </a:r>
            <a:endParaRPr lang="ar-EG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68A534-64FD-A92F-008F-841F65F3DDE0}"/>
              </a:ext>
            </a:extLst>
          </p:cNvPr>
          <p:cNvSpPr txBox="1"/>
          <p:nvPr/>
        </p:nvSpPr>
        <p:spPr>
          <a:xfrm>
            <a:off x="6916985" y="2672454"/>
            <a:ext cx="3357139" cy="3676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LDA	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Ref2	</a:t>
            </a:r>
            <a:endParaRPr lang="ar-EG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AC72DB-EF58-2F69-C21B-76C09587B5F2}"/>
              </a:ext>
            </a:extLst>
          </p:cNvPr>
          <p:cNvSpPr txBox="1"/>
          <p:nvPr/>
        </p:nvSpPr>
        <p:spPr>
          <a:xfrm>
            <a:off x="6924819" y="2895472"/>
            <a:ext cx="388662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COMP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	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Ref3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</a:t>
            </a:r>
            <a:endParaRPr lang="ar-EG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B468384-A236-B3DD-B681-E6E9044F0A99}"/>
              </a:ext>
            </a:extLst>
          </p:cNvPr>
          <p:cNvSpPr txBox="1"/>
          <p:nvPr/>
        </p:nvSpPr>
        <p:spPr>
          <a:xfrm>
            <a:off x="6932148" y="3138564"/>
            <a:ext cx="3357139" cy="3676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JEQ		Ref4	</a:t>
            </a:r>
            <a:endParaRPr lang="ar-EG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96AC4B-36AB-C9BC-F54C-14025E584087}"/>
              </a:ext>
            </a:extLst>
          </p:cNvPr>
          <p:cNvSpPr txBox="1"/>
          <p:nvPr/>
        </p:nvSpPr>
        <p:spPr>
          <a:xfrm>
            <a:off x="6977654" y="3889805"/>
            <a:ext cx="3357139" cy="3676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LDA		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Ref7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</a:t>
            </a:r>
            <a:endParaRPr lang="ar-EG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8DADFD-AAB7-DAC3-113D-692C6AFE5FA7}"/>
              </a:ext>
            </a:extLst>
          </p:cNvPr>
          <p:cNvSpPr txBox="1"/>
          <p:nvPr/>
        </p:nvSpPr>
        <p:spPr>
          <a:xfrm>
            <a:off x="6954173" y="3413080"/>
            <a:ext cx="3357139" cy="3676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LDA		Ref5	</a:t>
            </a:r>
            <a:endParaRPr lang="ar-EG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3B0DAE-5E0E-C3F2-388A-4E4E2966ADBF}"/>
              </a:ext>
            </a:extLst>
          </p:cNvPr>
          <p:cNvSpPr txBox="1"/>
          <p:nvPr/>
        </p:nvSpPr>
        <p:spPr>
          <a:xfrm>
            <a:off x="6966883" y="3628307"/>
            <a:ext cx="472917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STA	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Ref6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          0C 0027</a:t>
            </a:r>
            <a:endParaRPr lang="ar-EG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47C2CC0-B51C-E73C-BFF2-FE08EF945A13}"/>
              </a:ext>
            </a:extLst>
          </p:cNvPr>
          <p:cNvSpPr txBox="1"/>
          <p:nvPr/>
        </p:nvSpPr>
        <p:spPr>
          <a:xfrm>
            <a:off x="5433559" y="5838224"/>
            <a:ext cx="3357139" cy="3676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END                     COPY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</a:t>
            </a:r>
            <a:endParaRPr lang="ar-EG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198318-BF76-2302-3A74-9FDC99D76A47}"/>
              </a:ext>
            </a:extLst>
          </p:cNvPr>
          <p:cNvSpPr txBox="1"/>
          <p:nvPr/>
        </p:nvSpPr>
        <p:spPr>
          <a:xfrm>
            <a:off x="6986812" y="4125003"/>
            <a:ext cx="3357139" cy="3676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STA		Ref2	</a:t>
            </a:r>
            <a:endParaRPr lang="ar-EG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733E1D-32FC-4A88-1DDB-6F485ADFCF20}"/>
              </a:ext>
            </a:extLst>
          </p:cNvPr>
          <p:cNvSpPr txBox="1"/>
          <p:nvPr/>
        </p:nvSpPr>
        <p:spPr>
          <a:xfrm>
            <a:off x="6986812" y="4354096"/>
            <a:ext cx="3357139" cy="3676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BYTE		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C’EOF’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</a:t>
            </a:r>
            <a:endParaRPr lang="ar-EG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E043471-23FC-3CC3-1A68-9EE9C7662380}"/>
              </a:ext>
            </a:extLst>
          </p:cNvPr>
          <p:cNvSpPr txBox="1"/>
          <p:nvPr/>
        </p:nvSpPr>
        <p:spPr>
          <a:xfrm>
            <a:off x="5435954" y="3839964"/>
            <a:ext cx="121595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Ref4</a:t>
            </a:r>
            <a:endParaRPr lang="ar-EG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3E783F9-08D1-E974-24BE-03F0D1E7A866}"/>
              </a:ext>
            </a:extLst>
          </p:cNvPr>
          <p:cNvSpPr txBox="1"/>
          <p:nvPr/>
        </p:nvSpPr>
        <p:spPr>
          <a:xfrm>
            <a:off x="10215160" y="2154111"/>
            <a:ext cx="168561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Arial" panose="020B0604020202020204" pitchFamily="34" charset="0"/>
              </a:rPr>
              <a:t>No obj. code</a:t>
            </a:r>
            <a:endParaRPr lang="ar-EG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C081D36-81CF-A899-61DB-8348E64AB6EE}"/>
              </a:ext>
            </a:extLst>
          </p:cNvPr>
          <p:cNvSpPr txBox="1"/>
          <p:nvPr/>
        </p:nvSpPr>
        <p:spPr>
          <a:xfrm>
            <a:off x="10224864" y="2418527"/>
            <a:ext cx="121595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14 0021</a:t>
            </a:r>
            <a:endParaRPr lang="ar-EG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1A380B3-B5CD-FDA8-D8E1-56FC3B24896D}"/>
              </a:ext>
            </a:extLst>
          </p:cNvPr>
          <p:cNvSpPr txBox="1"/>
          <p:nvPr/>
        </p:nvSpPr>
        <p:spPr>
          <a:xfrm>
            <a:off x="10246401" y="3140371"/>
            <a:ext cx="121595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30 0012</a:t>
            </a:r>
            <a:endParaRPr lang="ar-EG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8C09930-AB93-0149-C200-B56E26E083B1}"/>
              </a:ext>
            </a:extLst>
          </p:cNvPr>
          <p:cNvSpPr txBox="1"/>
          <p:nvPr/>
        </p:nvSpPr>
        <p:spPr>
          <a:xfrm>
            <a:off x="10252548" y="3395261"/>
            <a:ext cx="121595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00 0018</a:t>
            </a:r>
            <a:endParaRPr lang="ar-EG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51C62FF-47BB-9E9D-A2ED-E10107656663}"/>
              </a:ext>
            </a:extLst>
          </p:cNvPr>
          <p:cNvSpPr txBox="1"/>
          <p:nvPr/>
        </p:nvSpPr>
        <p:spPr>
          <a:xfrm>
            <a:off x="10265482" y="3849109"/>
            <a:ext cx="147948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Arial" panose="020B0604020202020204" pitchFamily="34" charset="0"/>
              </a:rPr>
              <a:t>00 001E</a:t>
            </a:r>
            <a:endParaRPr lang="ar-EG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A25DCA3-B8B8-53AA-369F-7D2233B12CE0}"/>
              </a:ext>
            </a:extLst>
          </p:cNvPr>
          <p:cNvSpPr txBox="1"/>
          <p:nvPr/>
        </p:nvSpPr>
        <p:spPr>
          <a:xfrm>
            <a:off x="10268937" y="4106041"/>
            <a:ext cx="121595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0C 0024</a:t>
            </a:r>
            <a:endParaRPr lang="ar-EG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BDDE4A3-E848-350C-CCB6-5A36FB479799}"/>
              </a:ext>
            </a:extLst>
          </p:cNvPr>
          <p:cNvSpPr txBox="1"/>
          <p:nvPr/>
        </p:nvSpPr>
        <p:spPr>
          <a:xfrm>
            <a:off x="10274124" y="4359355"/>
            <a:ext cx="121595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45 4F 46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2524D3-EE5A-9B1D-E38A-8A275891017C}"/>
              </a:ext>
            </a:extLst>
          </p:cNvPr>
          <p:cNvSpPr txBox="1"/>
          <p:nvPr/>
        </p:nvSpPr>
        <p:spPr>
          <a:xfrm>
            <a:off x="10216572" y="5595169"/>
            <a:ext cx="147948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Arial" panose="020B0604020202020204" pitchFamily="34" charset="0"/>
              </a:rPr>
              <a:t>No obj. code</a:t>
            </a:r>
            <a:endParaRPr lang="ar-EG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8506285-E548-783F-CD64-0DE54BC4DD23}"/>
              </a:ext>
            </a:extLst>
          </p:cNvPr>
          <p:cNvSpPr txBox="1"/>
          <p:nvPr/>
        </p:nvSpPr>
        <p:spPr>
          <a:xfrm>
            <a:off x="10256345" y="2896919"/>
            <a:ext cx="121595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28 001B</a:t>
            </a:r>
            <a:endParaRPr lang="ar-EG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8D55DC3-CF1F-CB8D-0774-C49442369F4F}"/>
              </a:ext>
            </a:extLst>
          </p:cNvPr>
          <p:cNvSpPr txBox="1"/>
          <p:nvPr/>
        </p:nvSpPr>
        <p:spPr>
          <a:xfrm>
            <a:off x="10235842" y="2652453"/>
            <a:ext cx="121595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00 0024</a:t>
            </a:r>
            <a:endParaRPr lang="ar-EG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734E9B7-542D-4207-E21D-F04E23CB1A59}"/>
              </a:ext>
            </a:extLst>
          </p:cNvPr>
          <p:cNvSpPr txBox="1"/>
          <p:nvPr/>
        </p:nvSpPr>
        <p:spPr>
          <a:xfrm>
            <a:off x="5433561" y="4368927"/>
            <a:ext cx="121595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Ref5</a:t>
            </a:r>
            <a:endParaRPr lang="ar-EG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AA2683B-43AD-8A35-2852-2E10E94C3A7A}"/>
              </a:ext>
            </a:extLst>
          </p:cNvPr>
          <p:cNvSpPr txBox="1"/>
          <p:nvPr/>
        </p:nvSpPr>
        <p:spPr>
          <a:xfrm>
            <a:off x="6961570" y="4610799"/>
            <a:ext cx="462218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WORD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	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	           000000</a:t>
            </a:r>
            <a:endParaRPr lang="ar-EG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2D5C5D4-861E-9FA0-062C-E4C0A3CA1F18}"/>
              </a:ext>
            </a:extLst>
          </p:cNvPr>
          <p:cNvSpPr txBox="1"/>
          <p:nvPr/>
        </p:nvSpPr>
        <p:spPr>
          <a:xfrm>
            <a:off x="5433560" y="4594052"/>
            <a:ext cx="121595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Ref3</a:t>
            </a:r>
            <a:endParaRPr lang="ar-EG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2DDEF22-B7CC-C663-5A23-DE067DB0D125}"/>
              </a:ext>
            </a:extLst>
          </p:cNvPr>
          <p:cNvSpPr txBox="1"/>
          <p:nvPr/>
        </p:nvSpPr>
        <p:spPr>
          <a:xfrm>
            <a:off x="5433559" y="4834099"/>
            <a:ext cx="592560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Ref7	            WORD	            3		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000003</a:t>
            </a:r>
            <a:endParaRPr lang="ar-EG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3A11B5E-5FCF-A4E1-0E39-43F7D72D1175}"/>
              </a:ext>
            </a:extLst>
          </p:cNvPr>
          <p:cNvSpPr txBox="1"/>
          <p:nvPr/>
        </p:nvSpPr>
        <p:spPr>
          <a:xfrm>
            <a:off x="5433559" y="5091208"/>
            <a:ext cx="592560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Ref1	            RESW	            1		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</a:t>
            </a:r>
            <a:endParaRPr lang="ar-EG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C5D16EE-8C27-25D3-1B3E-4EC7BAC5ED94}"/>
              </a:ext>
            </a:extLst>
          </p:cNvPr>
          <p:cNvSpPr txBox="1"/>
          <p:nvPr/>
        </p:nvSpPr>
        <p:spPr>
          <a:xfrm>
            <a:off x="5433559" y="5355204"/>
            <a:ext cx="592560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Ref2	            RESW	            1		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</a:t>
            </a:r>
            <a:endParaRPr lang="ar-EG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554044B-7232-545F-F0EA-2A2E8C9ADE85}"/>
              </a:ext>
            </a:extLst>
          </p:cNvPr>
          <p:cNvSpPr txBox="1"/>
          <p:nvPr/>
        </p:nvSpPr>
        <p:spPr>
          <a:xfrm>
            <a:off x="5433559" y="5579143"/>
            <a:ext cx="592560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Ref6	            RESB	            4096		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</a:t>
            </a:r>
            <a:endParaRPr lang="ar-EG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5A4BAEF-CC81-6374-CB7E-21C5D8A29D5D}"/>
              </a:ext>
            </a:extLst>
          </p:cNvPr>
          <p:cNvSpPr txBox="1"/>
          <p:nvPr/>
        </p:nvSpPr>
        <p:spPr>
          <a:xfrm>
            <a:off x="10216572" y="5299271"/>
            <a:ext cx="147948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Arial" panose="020B0604020202020204" pitchFamily="34" charset="0"/>
              </a:rPr>
              <a:t>No obj. code</a:t>
            </a:r>
            <a:endParaRPr lang="ar-EG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4FE70AF-46EF-036F-2D41-74DE93273C2F}"/>
              </a:ext>
            </a:extLst>
          </p:cNvPr>
          <p:cNvSpPr txBox="1"/>
          <p:nvPr/>
        </p:nvSpPr>
        <p:spPr>
          <a:xfrm>
            <a:off x="10216572" y="5082347"/>
            <a:ext cx="147948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Arial" panose="020B0604020202020204" pitchFamily="34" charset="0"/>
              </a:rPr>
              <a:t>No obj. code</a:t>
            </a:r>
            <a:endParaRPr lang="ar-EG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6E0B799-B9F5-BACA-FEEB-C77ACB9F7544}"/>
              </a:ext>
            </a:extLst>
          </p:cNvPr>
          <p:cNvSpPr txBox="1"/>
          <p:nvPr/>
        </p:nvSpPr>
        <p:spPr>
          <a:xfrm>
            <a:off x="10256345" y="5838224"/>
            <a:ext cx="147948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Arial" panose="020B0604020202020204" pitchFamily="34" charset="0"/>
              </a:rPr>
              <a:t>No obj. code</a:t>
            </a:r>
            <a:endParaRPr lang="ar-EG" dirty="0"/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D1F794DE-7346-AF4E-D638-9B88C67AC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450" y="4133758"/>
            <a:ext cx="3384801" cy="229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351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0" grpId="0"/>
      <p:bldP spid="11" grpId="0"/>
      <p:bldP spid="23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45" grpId="0"/>
      <p:bldP spid="49" grpId="0"/>
      <p:bldP spid="51" grpId="0"/>
      <p:bldP spid="53" grpId="0"/>
      <p:bldP spid="54" grpId="0"/>
      <p:bldP spid="56" grpId="0"/>
      <p:bldP spid="57" grpId="0"/>
      <p:bldP spid="58" grpId="0"/>
      <p:bldP spid="60" grpId="0"/>
      <p:bldP spid="61" grpId="0"/>
      <p:bldP spid="74" grpId="0"/>
      <p:bldP spid="75" grpId="0"/>
      <p:bldP spid="76" grpId="0"/>
      <p:bldP spid="77" grpId="0"/>
      <p:bldP spid="78" grpId="0"/>
      <p:bldP spid="79" grpId="0"/>
      <p:bldP spid="8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1293</TotalTime>
  <Words>198</Words>
  <Application>Microsoft Office PowerPoint</Application>
  <PresentationFormat>Widescreen</PresentationFormat>
  <Paragraphs>60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Section 3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NADEEN EMAD EL DIN HAMDY ABDELFATAH</dc:creator>
  <cp:lastModifiedBy>Aya Barakat</cp:lastModifiedBy>
  <cp:revision>18</cp:revision>
  <dcterms:created xsi:type="dcterms:W3CDTF">2021-11-26T20:08:50Z</dcterms:created>
  <dcterms:modified xsi:type="dcterms:W3CDTF">2026-03-01T19:46:15Z</dcterms:modified>
</cp:coreProperties>
</file>