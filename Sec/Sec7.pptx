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68" r:id="rId2"/>
    <p:sldId id="322" r:id="rId3"/>
    <p:sldId id="334" r:id="rId4"/>
    <p:sldId id="370" r:id="rId5"/>
    <p:sldId id="371" r:id="rId6"/>
    <p:sldId id="372" r:id="rId7"/>
    <p:sldId id="373" r:id="rId8"/>
    <p:sldId id="374" r:id="rId9"/>
    <p:sldId id="375" r:id="rId10"/>
    <p:sldId id="376" r:id="rId11"/>
    <p:sldId id="377" r:id="rId12"/>
    <p:sldId id="378" r:id="rId13"/>
    <p:sldId id="379" r:id="rId14"/>
    <p:sldId id="38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0716FC-115C-4138-9980-29531DC6A546}" v="145" dt="2026-04-06T13:42:22.1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2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ra elmekky" userId="df6e18b89ad5e1bc" providerId="LiveId" clId="{62C04A3D-D3F1-4228-A833-5005F1202B26}"/>
    <pc:docChg chg="undo redo custSel addSld delSld modSld sldOrd">
      <pc:chgData name="yara elmekky" userId="df6e18b89ad5e1bc" providerId="LiveId" clId="{62C04A3D-D3F1-4228-A833-5005F1202B26}" dt="2026-04-06T13:42:22.151" v="3121"/>
      <pc:docMkLst>
        <pc:docMk/>
      </pc:docMkLst>
      <pc:sldChg chg="addSp delSp modSp mod">
        <pc:chgData name="yara elmekky" userId="df6e18b89ad5e1bc" providerId="LiveId" clId="{62C04A3D-D3F1-4228-A833-5005F1202B26}" dt="2026-04-06T13:29:22.932" v="3108" actId="20577"/>
        <pc:sldMkLst>
          <pc:docMk/>
          <pc:sldMk cId="2402905400" sldId="322"/>
        </pc:sldMkLst>
        <pc:spChg chg="mod">
          <ac:chgData name="yara elmekky" userId="df6e18b89ad5e1bc" providerId="LiveId" clId="{62C04A3D-D3F1-4228-A833-5005F1202B26}" dt="2026-04-04T14:06:50.912" v="3098" actId="14100"/>
          <ac:spMkLst>
            <pc:docMk/>
            <pc:sldMk cId="2402905400" sldId="322"/>
            <ac:spMk id="4" creationId="{07313EB3-5F61-74D4-657F-1A5600F8DB02}"/>
          </ac:spMkLst>
        </pc:spChg>
        <pc:spChg chg="mod">
          <ac:chgData name="yara elmekky" userId="df6e18b89ad5e1bc" providerId="LiveId" clId="{62C04A3D-D3F1-4228-A833-5005F1202B26}" dt="2026-04-06T13:29:22.932" v="3108" actId="20577"/>
          <ac:spMkLst>
            <pc:docMk/>
            <pc:sldMk cId="2402905400" sldId="322"/>
            <ac:spMk id="11" creationId="{897471DF-517C-FB5C-B161-4B54EA6B7C96}"/>
          </ac:spMkLst>
        </pc:spChg>
        <pc:graphicFrameChg chg="add mod modGraphic">
          <ac:chgData name="yara elmekky" userId="df6e18b89ad5e1bc" providerId="LiveId" clId="{62C04A3D-D3F1-4228-A833-5005F1202B26}" dt="2026-04-04T14:07:13.533" v="3101" actId="122"/>
          <ac:graphicFrameMkLst>
            <pc:docMk/>
            <pc:sldMk cId="2402905400" sldId="322"/>
            <ac:graphicFrameMk id="2" creationId="{8467B975-0D8F-84F8-DC23-56C8D4F5C3D6}"/>
          </ac:graphicFrameMkLst>
        </pc:graphicFrameChg>
        <pc:graphicFrameChg chg="mod modGraphic">
          <ac:chgData name="yara elmekky" userId="df6e18b89ad5e1bc" providerId="LiveId" clId="{62C04A3D-D3F1-4228-A833-5005F1202B26}" dt="2026-04-04T11:37:36.918" v="713"/>
          <ac:graphicFrameMkLst>
            <pc:docMk/>
            <pc:sldMk cId="2402905400" sldId="322"/>
            <ac:graphicFrameMk id="9" creationId="{8C2E14E0-ACD6-21BB-7C8C-E5D17D83D107}"/>
          </ac:graphicFrameMkLst>
        </pc:graphicFrameChg>
      </pc:sldChg>
      <pc:sldChg chg="addSp delSp modSp mod">
        <pc:chgData name="yara elmekky" userId="df6e18b89ad5e1bc" providerId="LiveId" clId="{62C04A3D-D3F1-4228-A833-5005F1202B26}" dt="2026-04-06T13:41:31.797" v="3109"/>
        <pc:sldMkLst>
          <pc:docMk/>
          <pc:sldMk cId="663732207" sldId="334"/>
        </pc:sldMkLst>
        <pc:spChg chg="add mod">
          <ac:chgData name="yara elmekky" userId="df6e18b89ad5e1bc" providerId="LiveId" clId="{62C04A3D-D3F1-4228-A833-5005F1202B26}" dt="2026-04-06T13:41:31.797" v="3109"/>
          <ac:spMkLst>
            <pc:docMk/>
            <pc:sldMk cId="663732207" sldId="334"/>
            <ac:spMk id="4" creationId="{D2BF1B7E-3613-B352-BF73-5C75A2AD99ED}"/>
          </ac:spMkLst>
        </pc:spChg>
        <pc:spChg chg="add del mod">
          <ac:chgData name="yara elmekky" userId="df6e18b89ad5e1bc" providerId="LiveId" clId="{62C04A3D-D3F1-4228-A833-5005F1202B26}" dt="2026-04-04T12:30:41.915" v="1429" actId="207"/>
          <ac:spMkLst>
            <pc:docMk/>
            <pc:sldMk cId="663732207" sldId="334"/>
            <ac:spMk id="6" creationId="{0708754B-7BF0-5B30-0567-68216FD440DA}"/>
          </ac:spMkLst>
        </pc:spChg>
        <pc:graphicFrameChg chg="add mod modGraphic">
          <ac:chgData name="yara elmekky" userId="df6e18b89ad5e1bc" providerId="LiveId" clId="{62C04A3D-D3F1-4228-A833-5005F1202B26}" dt="2026-04-04T13:26:08.950" v="2470" actId="20577"/>
          <ac:graphicFrameMkLst>
            <pc:docMk/>
            <pc:sldMk cId="663732207" sldId="334"/>
            <ac:graphicFrameMk id="17" creationId="{0983F1D9-459A-BC1C-CCE5-8D35B1BAF385}"/>
          </ac:graphicFrameMkLst>
        </pc:graphicFrameChg>
        <pc:graphicFrameChg chg="add mod modGraphic">
          <ac:chgData name="yara elmekky" userId="df6e18b89ad5e1bc" providerId="LiveId" clId="{62C04A3D-D3F1-4228-A833-5005F1202B26}" dt="2026-04-04T12:29:58.585" v="1410" actId="404"/>
          <ac:graphicFrameMkLst>
            <pc:docMk/>
            <pc:sldMk cId="663732207" sldId="334"/>
            <ac:graphicFrameMk id="24" creationId="{153B26CF-CF95-3E79-A721-F02AB8040392}"/>
          </ac:graphicFrameMkLst>
        </pc:graphicFrameChg>
        <pc:graphicFrameChg chg="add del mod modGraphic">
          <ac:chgData name="yara elmekky" userId="df6e18b89ad5e1bc" providerId="LiveId" clId="{62C04A3D-D3F1-4228-A833-5005F1202B26}" dt="2026-04-04T13:07:24.447" v="2163" actId="20577"/>
          <ac:graphicFrameMkLst>
            <pc:docMk/>
            <pc:sldMk cId="663732207" sldId="334"/>
            <ac:graphicFrameMk id="26" creationId="{4E518340-3E11-70C1-CAA0-D1F39831D46D}"/>
          </ac:graphicFrameMkLst>
        </pc:graphicFrameChg>
      </pc:sldChg>
      <pc:sldChg chg="modSp add mod ord">
        <pc:chgData name="yara elmekky" userId="df6e18b89ad5e1bc" providerId="LiveId" clId="{62C04A3D-D3F1-4228-A833-5005F1202B26}" dt="2026-04-04T11:20:56.048" v="582" actId="20577"/>
        <pc:sldMkLst>
          <pc:docMk/>
          <pc:sldMk cId="4202218565" sldId="368"/>
        </pc:sldMkLst>
        <pc:spChg chg="mod">
          <ac:chgData name="yara elmekky" userId="df6e18b89ad5e1bc" providerId="LiveId" clId="{62C04A3D-D3F1-4228-A833-5005F1202B26}" dt="2026-04-04T11:20:56.048" v="582" actId="20577"/>
          <ac:spMkLst>
            <pc:docMk/>
            <pc:sldMk cId="4202218565" sldId="368"/>
            <ac:spMk id="2" creationId="{A7580BC8-5CEA-085A-1903-C3871077EEAC}"/>
          </ac:spMkLst>
        </pc:spChg>
      </pc:sldChg>
      <pc:sldChg chg="addSp delSp modSp add mod">
        <pc:chgData name="yara elmekky" userId="df6e18b89ad5e1bc" providerId="LiveId" clId="{62C04A3D-D3F1-4228-A833-5005F1202B26}" dt="2026-04-06T13:41:39.431" v="3111" actId="1036"/>
        <pc:sldMkLst>
          <pc:docMk/>
          <pc:sldMk cId="2893038604" sldId="370"/>
        </pc:sldMkLst>
        <pc:spChg chg="mod">
          <ac:chgData name="yara elmekky" userId="df6e18b89ad5e1bc" providerId="LiveId" clId="{62C04A3D-D3F1-4228-A833-5005F1202B26}" dt="2026-04-06T13:41:39.431" v="3111" actId="1036"/>
          <ac:spMkLst>
            <pc:docMk/>
            <pc:sldMk cId="2893038604" sldId="370"/>
            <ac:spMk id="4" creationId="{7EF1B1F7-D6C4-83C1-61AD-36703DED1952}"/>
          </ac:spMkLst>
        </pc:spChg>
        <pc:spChg chg="mod">
          <ac:chgData name="yara elmekky" userId="df6e18b89ad5e1bc" providerId="LiveId" clId="{62C04A3D-D3F1-4228-A833-5005F1202B26}" dt="2026-04-04T12:39:56.253" v="1581" actId="1076"/>
          <ac:spMkLst>
            <pc:docMk/>
            <pc:sldMk cId="2893038604" sldId="370"/>
            <ac:spMk id="6" creationId="{D0709520-2D16-7FC0-C346-41FD9446E658}"/>
          </ac:spMkLst>
        </pc:spChg>
        <pc:graphicFrameChg chg="add mod modGraphic">
          <ac:chgData name="yara elmekky" userId="df6e18b89ad5e1bc" providerId="LiveId" clId="{62C04A3D-D3F1-4228-A833-5005F1202B26}" dt="2026-04-04T12:35:46.727" v="1504" actId="1076"/>
          <ac:graphicFrameMkLst>
            <pc:docMk/>
            <pc:sldMk cId="2893038604" sldId="370"/>
            <ac:graphicFrameMk id="9" creationId="{4DBC335E-6175-B7EC-869C-F0026AD52917}"/>
          </ac:graphicFrameMkLst>
        </pc:graphicFrameChg>
        <pc:graphicFrameChg chg="add mod modGraphic">
          <ac:chgData name="yara elmekky" userId="df6e18b89ad5e1bc" providerId="LiveId" clId="{62C04A3D-D3F1-4228-A833-5005F1202B26}" dt="2026-04-04T13:06:57.953" v="2143" actId="20577"/>
          <ac:graphicFrameMkLst>
            <pc:docMk/>
            <pc:sldMk cId="2893038604" sldId="370"/>
            <ac:graphicFrameMk id="10" creationId="{BD055819-7275-2CB8-EEFC-2CBEBC9E525D}"/>
          </ac:graphicFrameMkLst>
        </pc:graphicFrameChg>
        <pc:graphicFrameChg chg="add mod">
          <ac:chgData name="yara elmekky" userId="df6e18b89ad5e1bc" providerId="LiveId" clId="{62C04A3D-D3F1-4228-A833-5005F1202B26}" dt="2026-04-04T13:26:34.306" v="2473" actId="1076"/>
          <ac:graphicFrameMkLst>
            <pc:docMk/>
            <pc:sldMk cId="2893038604" sldId="370"/>
            <ac:graphicFrameMk id="11" creationId="{D16B1BEE-EFC6-256C-206D-24005C88238B}"/>
          </ac:graphicFrameMkLst>
        </pc:graphicFrameChg>
      </pc:sldChg>
      <pc:sldChg chg="addSp delSp modSp add mod">
        <pc:chgData name="yara elmekky" userId="df6e18b89ad5e1bc" providerId="LiveId" clId="{62C04A3D-D3F1-4228-A833-5005F1202B26}" dt="2026-04-06T13:41:43.429" v="3112"/>
        <pc:sldMkLst>
          <pc:docMk/>
          <pc:sldMk cId="1073068030" sldId="371"/>
        </pc:sldMkLst>
        <pc:spChg chg="mod">
          <ac:chgData name="yara elmekky" userId="df6e18b89ad5e1bc" providerId="LiveId" clId="{62C04A3D-D3F1-4228-A833-5005F1202B26}" dt="2026-04-06T13:41:43.429" v="3112"/>
          <ac:spMkLst>
            <pc:docMk/>
            <pc:sldMk cId="1073068030" sldId="371"/>
            <ac:spMk id="4" creationId="{3F12EF39-186B-5F23-5DA5-402C24BDC27A}"/>
          </ac:spMkLst>
        </pc:spChg>
        <pc:spChg chg="mod">
          <ac:chgData name="yara elmekky" userId="df6e18b89ad5e1bc" providerId="LiveId" clId="{62C04A3D-D3F1-4228-A833-5005F1202B26}" dt="2026-04-04T12:40:07.025" v="1585" actId="1076"/>
          <ac:spMkLst>
            <pc:docMk/>
            <pc:sldMk cId="1073068030" sldId="371"/>
            <ac:spMk id="6" creationId="{E5B7AF58-E44B-4EE0-B36A-C0688C3A83F4}"/>
          </ac:spMkLst>
        </pc:spChg>
        <pc:graphicFrameChg chg="add mod modGraphic">
          <ac:chgData name="yara elmekky" userId="df6e18b89ad5e1bc" providerId="LiveId" clId="{62C04A3D-D3F1-4228-A833-5005F1202B26}" dt="2026-04-04T13:06:28.776" v="2129" actId="2164"/>
          <ac:graphicFrameMkLst>
            <pc:docMk/>
            <pc:sldMk cId="1073068030" sldId="371"/>
            <ac:graphicFrameMk id="7" creationId="{FA54696A-799A-36F9-2E24-1B333752B778}"/>
          </ac:graphicFrameMkLst>
        </pc:graphicFrameChg>
        <pc:graphicFrameChg chg="add mod">
          <ac:chgData name="yara elmekky" userId="df6e18b89ad5e1bc" providerId="LiveId" clId="{62C04A3D-D3F1-4228-A833-5005F1202B26}" dt="2026-04-04T13:26:48.907" v="2476" actId="1076"/>
          <ac:graphicFrameMkLst>
            <pc:docMk/>
            <pc:sldMk cId="1073068030" sldId="371"/>
            <ac:graphicFrameMk id="8" creationId="{29A17143-A79A-D96C-C7FF-CC8E560AB775}"/>
          </ac:graphicFrameMkLst>
        </pc:graphicFrameChg>
        <pc:graphicFrameChg chg="add del mod modGraphic">
          <ac:chgData name="yara elmekky" userId="df6e18b89ad5e1bc" providerId="LiveId" clId="{62C04A3D-D3F1-4228-A833-5005F1202B26}" dt="2026-04-04T12:34:46.686" v="1487" actId="1076"/>
          <ac:graphicFrameMkLst>
            <pc:docMk/>
            <pc:sldMk cId="1073068030" sldId="371"/>
            <ac:graphicFrameMk id="24" creationId="{64150B40-9DAA-E9BE-09D1-9FA63D5D007F}"/>
          </ac:graphicFrameMkLst>
        </pc:graphicFrameChg>
      </pc:sldChg>
      <pc:sldChg chg="addSp delSp modSp add mod">
        <pc:chgData name="yara elmekky" userId="df6e18b89ad5e1bc" providerId="LiveId" clId="{62C04A3D-D3F1-4228-A833-5005F1202B26}" dt="2026-04-06T13:41:49.960" v="3113"/>
        <pc:sldMkLst>
          <pc:docMk/>
          <pc:sldMk cId="3712079381" sldId="372"/>
        </pc:sldMkLst>
        <pc:spChg chg="mod">
          <ac:chgData name="yara elmekky" userId="df6e18b89ad5e1bc" providerId="LiveId" clId="{62C04A3D-D3F1-4228-A833-5005F1202B26}" dt="2026-04-06T13:41:49.960" v="3113"/>
          <ac:spMkLst>
            <pc:docMk/>
            <pc:sldMk cId="3712079381" sldId="372"/>
            <ac:spMk id="4" creationId="{86406F89-E3EA-E1E0-1507-757594287325}"/>
          </ac:spMkLst>
        </pc:spChg>
        <pc:spChg chg="mod">
          <ac:chgData name="yara elmekky" userId="df6e18b89ad5e1bc" providerId="LiveId" clId="{62C04A3D-D3F1-4228-A833-5005F1202B26}" dt="2026-04-04T12:54:12.424" v="1904" actId="113"/>
          <ac:spMkLst>
            <pc:docMk/>
            <pc:sldMk cId="3712079381" sldId="372"/>
            <ac:spMk id="6" creationId="{3E1DCB3B-933E-1796-C46A-79C6CF33DFBD}"/>
          </ac:spMkLst>
        </pc:spChg>
        <pc:spChg chg="add mod">
          <ac:chgData name="yara elmekky" userId="df6e18b89ad5e1bc" providerId="LiveId" clId="{62C04A3D-D3F1-4228-A833-5005F1202B26}" dt="2026-04-04T12:51:01.655" v="1842" actId="1076"/>
          <ac:spMkLst>
            <pc:docMk/>
            <pc:sldMk cId="3712079381" sldId="372"/>
            <ac:spMk id="10" creationId="{51503E08-B339-A999-5804-8244DD6005F7}"/>
          </ac:spMkLst>
        </pc:spChg>
        <pc:graphicFrameChg chg="add mod modGraphic">
          <ac:chgData name="yara elmekky" userId="df6e18b89ad5e1bc" providerId="LiveId" clId="{62C04A3D-D3F1-4228-A833-5005F1202B26}" dt="2026-04-04T13:26:58.411" v="2481" actId="20577"/>
          <ac:graphicFrameMkLst>
            <pc:docMk/>
            <pc:sldMk cId="3712079381" sldId="372"/>
            <ac:graphicFrameMk id="5" creationId="{FABA5658-E9EC-4D91-50C0-BF59D6970CA7}"/>
          </ac:graphicFrameMkLst>
        </pc:graphicFrameChg>
        <pc:graphicFrameChg chg="add mod modGraphic">
          <ac:chgData name="yara elmekky" userId="df6e18b89ad5e1bc" providerId="LiveId" clId="{62C04A3D-D3F1-4228-A833-5005F1202B26}" dt="2026-04-04T12:53:42.335" v="1894" actId="20577"/>
          <ac:graphicFrameMkLst>
            <pc:docMk/>
            <pc:sldMk cId="3712079381" sldId="372"/>
            <ac:graphicFrameMk id="7" creationId="{A1108BFB-E50F-E524-AD6D-D40FDE6D7C6D}"/>
          </ac:graphicFrameMkLst>
        </pc:graphicFrameChg>
        <pc:graphicFrameChg chg="add mod modGraphic">
          <ac:chgData name="yara elmekky" userId="df6e18b89ad5e1bc" providerId="LiveId" clId="{62C04A3D-D3F1-4228-A833-5005F1202B26}" dt="2026-04-04T13:05:58.415" v="2125" actId="20577"/>
          <ac:graphicFrameMkLst>
            <pc:docMk/>
            <pc:sldMk cId="3712079381" sldId="372"/>
            <ac:graphicFrameMk id="12" creationId="{43D9DA51-1972-360E-FAC5-D0A1375AEBBF}"/>
          </ac:graphicFrameMkLst>
        </pc:graphicFrameChg>
      </pc:sldChg>
      <pc:sldChg chg="addSp delSp modSp add mod">
        <pc:chgData name="yara elmekky" userId="df6e18b89ad5e1bc" providerId="LiveId" clId="{62C04A3D-D3F1-4228-A833-5005F1202B26}" dt="2026-04-06T13:41:54.602" v="3114"/>
        <pc:sldMkLst>
          <pc:docMk/>
          <pc:sldMk cId="2197686652" sldId="373"/>
        </pc:sldMkLst>
        <pc:spChg chg="mod">
          <ac:chgData name="yara elmekky" userId="df6e18b89ad5e1bc" providerId="LiveId" clId="{62C04A3D-D3F1-4228-A833-5005F1202B26}" dt="2026-04-06T13:41:54.602" v="3114"/>
          <ac:spMkLst>
            <pc:docMk/>
            <pc:sldMk cId="2197686652" sldId="373"/>
            <ac:spMk id="4" creationId="{D3BE9114-DA08-A820-CA89-C300213FF1D5}"/>
          </ac:spMkLst>
        </pc:spChg>
        <pc:spChg chg="mod">
          <ac:chgData name="yara elmekky" userId="df6e18b89ad5e1bc" providerId="LiveId" clId="{62C04A3D-D3F1-4228-A833-5005F1202B26}" dt="2026-04-04T13:09:16.191" v="2203" actId="20577"/>
          <ac:spMkLst>
            <pc:docMk/>
            <pc:sldMk cId="2197686652" sldId="373"/>
            <ac:spMk id="6" creationId="{886E9C1A-A4F5-B73D-F1FE-D48F47E377C9}"/>
          </ac:spMkLst>
        </pc:spChg>
        <pc:graphicFrameChg chg="add mod modGraphic">
          <ac:chgData name="yara elmekky" userId="df6e18b89ad5e1bc" providerId="LiveId" clId="{62C04A3D-D3F1-4228-A833-5005F1202B26}" dt="2026-04-04T13:04:58.874" v="2104" actId="6549"/>
          <ac:graphicFrameMkLst>
            <pc:docMk/>
            <pc:sldMk cId="2197686652" sldId="373"/>
            <ac:graphicFrameMk id="2" creationId="{3878C14B-762E-E52F-3A10-26AF479A8C11}"/>
          </ac:graphicFrameMkLst>
        </pc:graphicFrameChg>
        <pc:graphicFrameChg chg="modGraphic">
          <ac:chgData name="yara elmekky" userId="df6e18b89ad5e1bc" providerId="LiveId" clId="{62C04A3D-D3F1-4228-A833-5005F1202B26}" dt="2026-04-04T13:27:09.712" v="2486" actId="20577"/>
          <ac:graphicFrameMkLst>
            <pc:docMk/>
            <pc:sldMk cId="2197686652" sldId="373"/>
            <ac:graphicFrameMk id="5" creationId="{BD5B7C7A-847D-76B5-8518-9DBD735B77F5}"/>
          </ac:graphicFrameMkLst>
        </pc:graphicFrameChg>
        <pc:graphicFrameChg chg="mod modGraphic">
          <ac:chgData name="yara elmekky" userId="df6e18b89ad5e1bc" providerId="LiveId" clId="{62C04A3D-D3F1-4228-A833-5005F1202B26}" dt="2026-04-04T12:58:50.941" v="2012" actId="20577"/>
          <ac:graphicFrameMkLst>
            <pc:docMk/>
            <pc:sldMk cId="2197686652" sldId="373"/>
            <ac:graphicFrameMk id="7" creationId="{2C3CB779-5B09-E2B5-3C56-A70325727EDC}"/>
          </ac:graphicFrameMkLst>
        </pc:graphicFrameChg>
        <pc:graphicFrameChg chg="add mod modGraphic">
          <ac:chgData name="yara elmekky" userId="df6e18b89ad5e1bc" providerId="LiveId" clId="{62C04A3D-D3F1-4228-A833-5005F1202B26}" dt="2026-04-04T13:36:59.918" v="2624" actId="207"/>
          <ac:graphicFrameMkLst>
            <pc:docMk/>
            <pc:sldMk cId="2197686652" sldId="373"/>
            <ac:graphicFrameMk id="8" creationId="{C741DC65-9A89-D1B3-C61F-B924F233D119}"/>
          </ac:graphicFrameMkLst>
        </pc:graphicFrameChg>
      </pc:sldChg>
      <pc:sldChg chg="addSp modSp add mod ord">
        <pc:chgData name="yara elmekky" userId="df6e18b89ad5e1bc" providerId="LiveId" clId="{62C04A3D-D3F1-4228-A833-5005F1202B26}" dt="2026-04-06T13:42:01.210" v="3115"/>
        <pc:sldMkLst>
          <pc:docMk/>
          <pc:sldMk cId="3867203355" sldId="374"/>
        </pc:sldMkLst>
        <pc:spChg chg="mod">
          <ac:chgData name="yara elmekky" userId="df6e18b89ad5e1bc" providerId="LiveId" clId="{62C04A3D-D3F1-4228-A833-5005F1202B26}" dt="2026-04-06T13:42:01.210" v="3115"/>
          <ac:spMkLst>
            <pc:docMk/>
            <pc:sldMk cId="3867203355" sldId="374"/>
            <ac:spMk id="4" creationId="{57F9AEDF-E0DD-623C-26CF-B99391F4AD90}"/>
          </ac:spMkLst>
        </pc:spChg>
        <pc:spChg chg="mod">
          <ac:chgData name="yara elmekky" userId="df6e18b89ad5e1bc" providerId="LiveId" clId="{62C04A3D-D3F1-4228-A833-5005F1202B26}" dt="2026-04-04T13:14:40.092" v="2267" actId="20577"/>
          <ac:spMkLst>
            <pc:docMk/>
            <pc:sldMk cId="3867203355" sldId="374"/>
            <ac:spMk id="6" creationId="{5770B84B-A4E3-F603-A5DE-91555B6A99D9}"/>
          </ac:spMkLst>
        </pc:spChg>
        <pc:graphicFrameChg chg="add mod modGraphic">
          <ac:chgData name="yara elmekky" userId="df6e18b89ad5e1bc" providerId="LiveId" clId="{62C04A3D-D3F1-4228-A833-5005F1202B26}" dt="2026-04-04T13:37:04.866" v="2625" actId="207"/>
          <ac:graphicFrameMkLst>
            <pc:docMk/>
            <pc:sldMk cId="3867203355" sldId="374"/>
            <ac:graphicFrameMk id="2" creationId="{14EBE8C6-5842-BE24-9C95-5C438271BF33}"/>
          </ac:graphicFrameMkLst>
        </pc:graphicFrameChg>
        <pc:graphicFrameChg chg="mod modGraphic">
          <ac:chgData name="yara elmekky" userId="df6e18b89ad5e1bc" providerId="LiveId" clId="{62C04A3D-D3F1-4228-A833-5005F1202B26}" dt="2026-04-04T13:04:36.268" v="2090" actId="1076"/>
          <ac:graphicFrameMkLst>
            <pc:docMk/>
            <pc:sldMk cId="3867203355" sldId="374"/>
            <ac:graphicFrameMk id="3" creationId="{112EE36A-4DA9-C054-42F9-F3CE9B3EC229}"/>
          </ac:graphicFrameMkLst>
        </pc:graphicFrameChg>
        <pc:graphicFrameChg chg="modGraphic">
          <ac:chgData name="yara elmekky" userId="df6e18b89ad5e1bc" providerId="LiveId" clId="{62C04A3D-D3F1-4228-A833-5005F1202B26}" dt="2026-04-04T13:27:20.212" v="2491" actId="20577"/>
          <ac:graphicFrameMkLst>
            <pc:docMk/>
            <pc:sldMk cId="3867203355" sldId="374"/>
            <ac:graphicFrameMk id="5" creationId="{EC3CAF68-DE11-B2B4-56DF-826153E8282B}"/>
          </ac:graphicFrameMkLst>
        </pc:graphicFrameChg>
        <pc:graphicFrameChg chg="modGraphic">
          <ac:chgData name="yara elmekky" userId="df6e18b89ad5e1bc" providerId="LiveId" clId="{62C04A3D-D3F1-4228-A833-5005F1202B26}" dt="2026-04-04T13:15:21.272" v="2282" actId="20577"/>
          <ac:graphicFrameMkLst>
            <pc:docMk/>
            <pc:sldMk cId="3867203355" sldId="374"/>
            <ac:graphicFrameMk id="7" creationId="{9ED8C4C9-40B0-4C4E-F5AB-1DD329602B11}"/>
          </ac:graphicFrameMkLst>
        </pc:graphicFrameChg>
      </pc:sldChg>
      <pc:sldChg chg="modSp add mod">
        <pc:chgData name="yara elmekky" userId="df6e18b89ad5e1bc" providerId="LiveId" clId="{62C04A3D-D3F1-4228-A833-5005F1202B26}" dt="2026-04-06T13:42:04.142" v="3116"/>
        <pc:sldMkLst>
          <pc:docMk/>
          <pc:sldMk cId="283476200" sldId="375"/>
        </pc:sldMkLst>
        <pc:spChg chg="mod">
          <ac:chgData name="yara elmekky" userId="df6e18b89ad5e1bc" providerId="LiveId" clId="{62C04A3D-D3F1-4228-A833-5005F1202B26}" dt="2026-04-06T13:42:04.142" v="3116"/>
          <ac:spMkLst>
            <pc:docMk/>
            <pc:sldMk cId="283476200" sldId="375"/>
            <ac:spMk id="4" creationId="{92E479EC-9840-31B8-205C-2B17532CFB51}"/>
          </ac:spMkLst>
        </pc:spChg>
        <pc:spChg chg="mod">
          <ac:chgData name="yara elmekky" userId="df6e18b89ad5e1bc" providerId="LiveId" clId="{62C04A3D-D3F1-4228-A833-5005F1202B26}" dt="2026-04-04T13:21:14.644" v="2371" actId="20577"/>
          <ac:spMkLst>
            <pc:docMk/>
            <pc:sldMk cId="283476200" sldId="375"/>
            <ac:spMk id="6" creationId="{B4EE29D2-17F5-9124-DAD2-A85CF26C6541}"/>
          </ac:spMkLst>
        </pc:spChg>
        <pc:graphicFrameChg chg="modGraphic">
          <ac:chgData name="yara elmekky" userId="df6e18b89ad5e1bc" providerId="LiveId" clId="{62C04A3D-D3F1-4228-A833-5005F1202B26}" dt="2026-04-04T13:38:40.527" v="2646" actId="207"/>
          <ac:graphicFrameMkLst>
            <pc:docMk/>
            <pc:sldMk cId="283476200" sldId="375"/>
            <ac:graphicFrameMk id="3" creationId="{1653AD00-B8E2-B5BF-3E01-55C12C8CA774}"/>
          </ac:graphicFrameMkLst>
        </pc:graphicFrameChg>
        <pc:graphicFrameChg chg="modGraphic">
          <ac:chgData name="yara elmekky" userId="df6e18b89ad5e1bc" providerId="LiveId" clId="{62C04A3D-D3F1-4228-A833-5005F1202B26}" dt="2026-04-04T13:27:24.251" v="2496" actId="20577"/>
          <ac:graphicFrameMkLst>
            <pc:docMk/>
            <pc:sldMk cId="283476200" sldId="375"/>
            <ac:graphicFrameMk id="5" creationId="{6FFC515F-687C-DE1A-5E62-766CFBDE1951}"/>
          </ac:graphicFrameMkLst>
        </pc:graphicFrameChg>
        <pc:graphicFrameChg chg="modGraphic">
          <ac:chgData name="yara elmekky" userId="df6e18b89ad5e1bc" providerId="LiveId" clId="{62C04A3D-D3F1-4228-A833-5005F1202B26}" dt="2026-04-04T13:18:39.659" v="2347" actId="20577"/>
          <ac:graphicFrameMkLst>
            <pc:docMk/>
            <pc:sldMk cId="283476200" sldId="375"/>
            <ac:graphicFrameMk id="7" creationId="{FAC2B424-4ED7-4B56-524E-BFC64C06651A}"/>
          </ac:graphicFrameMkLst>
        </pc:graphicFrameChg>
      </pc:sldChg>
      <pc:sldChg chg="addSp delSp modSp add mod">
        <pc:chgData name="yara elmekky" userId="df6e18b89ad5e1bc" providerId="LiveId" clId="{62C04A3D-D3F1-4228-A833-5005F1202B26}" dt="2026-04-06T13:42:08.133" v="3117"/>
        <pc:sldMkLst>
          <pc:docMk/>
          <pc:sldMk cId="3973264689" sldId="376"/>
        </pc:sldMkLst>
        <pc:spChg chg="mod">
          <ac:chgData name="yara elmekky" userId="df6e18b89ad5e1bc" providerId="LiveId" clId="{62C04A3D-D3F1-4228-A833-5005F1202B26}" dt="2026-04-06T13:42:08.133" v="3117"/>
          <ac:spMkLst>
            <pc:docMk/>
            <pc:sldMk cId="3973264689" sldId="376"/>
            <ac:spMk id="4" creationId="{CF6A3532-0E9A-78E5-5529-04B14A4F5118}"/>
          </ac:spMkLst>
        </pc:spChg>
        <pc:spChg chg="mod">
          <ac:chgData name="yara elmekky" userId="df6e18b89ad5e1bc" providerId="LiveId" clId="{62C04A3D-D3F1-4228-A833-5005F1202B26}" dt="2026-04-04T13:28:31.819" v="2516" actId="20577"/>
          <ac:spMkLst>
            <pc:docMk/>
            <pc:sldMk cId="3973264689" sldId="376"/>
            <ac:spMk id="6" creationId="{29BFEE65-5B40-C101-88E1-CE1814235705}"/>
          </ac:spMkLst>
        </pc:spChg>
        <pc:graphicFrameChg chg="mod modGraphic">
          <ac:chgData name="yara elmekky" userId="df6e18b89ad5e1bc" providerId="LiveId" clId="{62C04A3D-D3F1-4228-A833-5005F1202B26}" dt="2026-04-04T13:21:47.572" v="2386" actId="20577"/>
          <ac:graphicFrameMkLst>
            <pc:docMk/>
            <pc:sldMk cId="3973264689" sldId="376"/>
            <ac:graphicFrameMk id="3" creationId="{A9A47354-B5B2-E731-4DF5-6B4E3BEEC1C3}"/>
          </ac:graphicFrameMkLst>
        </pc:graphicFrameChg>
        <pc:graphicFrameChg chg="modGraphic">
          <ac:chgData name="yara elmekky" userId="df6e18b89ad5e1bc" providerId="LiveId" clId="{62C04A3D-D3F1-4228-A833-5005F1202B26}" dt="2026-04-04T13:27:29.450" v="2501" actId="20577"/>
          <ac:graphicFrameMkLst>
            <pc:docMk/>
            <pc:sldMk cId="3973264689" sldId="376"/>
            <ac:graphicFrameMk id="5" creationId="{C0A07285-9D76-53AC-8597-F7F64230ACEF}"/>
          </ac:graphicFrameMkLst>
        </pc:graphicFrameChg>
        <pc:graphicFrameChg chg="add mod modGraphic">
          <ac:chgData name="yara elmekky" userId="df6e18b89ad5e1bc" providerId="LiveId" clId="{62C04A3D-D3F1-4228-A833-5005F1202B26}" dt="2026-04-04T13:25:20.161" v="2434" actId="20577"/>
          <ac:graphicFrameMkLst>
            <pc:docMk/>
            <pc:sldMk cId="3973264689" sldId="376"/>
            <ac:graphicFrameMk id="8" creationId="{DD5EC396-1766-4B66-47E4-FEEA69EB8972}"/>
          </ac:graphicFrameMkLst>
        </pc:graphicFrameChg>
      </pc:sldChg>
      <pc:sldChg chg="addSp delSp modSp add mod">
        <pc:chgData name="yara elmekky" userId="df6e18b89ad5e1bc" providerId="LiveId" clId="{62C04A3D-D3F1-4228-A833-5005F1202B26}" dt="2026-04-06T13:42:11.771" v="3118"/>
        <pc:sldMkLst>
          <pc:docMk/>
          <pc:sldMk cId="242559827" sldId="377"/>
        </pc:sldMkLst>
        <pc:spChg chg="mod">
          <ac:chgData name="yara elmekky" userId="df6e18b89ad5e1bc" providerId="LiveId" clId="{62C04A3D-D3F1-4228-A833-5005F1202B26}" dt="2026-04-06T13:42:11.771" v="3118"/>
          <ac:spMkLst>
            <pc:docMk/>
            <pc:sldMk cId="242559827" sldId="377"/>
            <ac:spMk id="4" creationId="{FFA5E2BD-FB72-8159-D2ED-627CFD235FCD}"/>
          </ac:spMkLst>
        </pc:spChg>
        <pc:spChg chg="mod">
          <ac:chgData name="yara elmekky" userId="df6e18b89ad5e1bc" providerId="LiveId" clId="{62C04A3D-D3F1-4228-A833-5005F1202B26}" dt="2026-04-04T13:35:09.924" v="2610" actId="20577"/>
          <ac:spMkLst>
            <pc:docMk/>
            <pc:sldMk cId="242559827" sldId="377"/>
            <ac:spMk id="6" creationId="{019AA166-95C3-1486-D9E7-7157AF4EF174}"/>
          </ac:spMkLst>
        </pc:spChg>
        <pc:graphicFrameChg chg="modGraphic">
          <ac:chgData name="yara elmekky" userId="df6e18b89ad5e1bc" providerId="LiveId" clId="{62C04A3D-D3F1-4228-A833-5005F1202B26}" dt="2026-04-04T13:37:27.841" v="2627" actId="207"/>
          <ac:graphicFrameMkLst>
            <pc:docMk/>
            <pc:sldMk cId="242559827" sldId="377"/>
            <ac:graphicFrameMk id="2" creationId="{DB0EA22E-AD7C-0348-18F0-BB83259605C6}"/>
          </ac:graphicFrameMkLst>
        </pc:graphicFrameChg>
        <pc:graphicFrameChg chg="mod modGraphic">
          <ac:chgData name="yara elmekky" userId="df6e18b89ad5e1bc" providerId="LiveId" clId="{62C04A3D-D3F1-4228-A833-5005F1202B26}" dt="2026-04-04T13:29:36.875" v="2534" actId="20577"/>
          <ac:graphicFrameMkLst>
            <pc:docMk/>
            <pc:sldMk cId="242559827" sldId="377"/>
            <ac:graphicFrameMk id="3" creationId="{B8915888-9487-242D-D759-C441F0345A7C}"/>
          </ac:graphicFrameMkLst>
        </pc:graphicFrameChg>
        <pc:graphicFrameChg chg="modGraphic">
          <ac:chgData name="yara elmekky" userId="df6e18b89ad5e1bc" providerId="LiveId" clId="{62C04A3D-D3F1-4228-A833-5005F1202B26}" dt="2026-04-04T13:33:55.852" v="2590" actId="20577"/>
          <ac:graphicFrameMkLst>
            <pc:docMk/>
            <pc:sldMk cId="242559827" sldId="377"/>
            <ac:graphicFrameMk id="5" creationId="{FB06C62F-F88D-524A-1E56-E5CF378797B1}"/>
          </ac:graphicFrameMkLst>
        </pc:graphicFrameChg>
        <pc:graphicFrameChg chg="add mod modGraphic">
          <ac:chgData name="yara elmekky" userId="df6e18b89ad5e1bc" providerId="LiveId" clId="{62C04A3D-D3F1-4228-A833-5005F1202B26}" dt="2026-04-04T13:33:52.577" v="2588" actId="20577"/>
          <ac:graphicFrameMkLst>
            <pc:docMk/>
            <pc:sldMk cId="242559827" sldId="377"/>
            <ac:graphicFrameMk id="7" creationId="{30CCCD7D-B540-8BF0-F2B1-4CD26D9EB194}"/>
          </ac:graphicFrameMkLst>
        </pc:graphicFrameChg>
      </pc:sldChg>
      <pc:sldChg chg="modSp add mod">
        <pc:chgData name="yara elmekky" userId="df6e18b89ad5e1bc" providerId="LiveId" clId="{62C04A3D-D3F1-4228-A833-5005F1202B26}" dt="2026-04-06T13:42:15.519" v="3119"/>
        <pc:sldMkLst>
          <pc:docMk/>
          <pc:sldMk cId="2521168907" sldId="378"/>
        </pc:sldMkLst>
        <pc:spChg chg="mod">
          <ac:chgData name="yara elmekky" userId="df6e18b89ad5e1bc" providerId="LiveId" clId="{62C04A3D-D3F1-4228-A833-5005F1202B26}" dt="2026-04-06T13:42:15.519" v="3119"/>
          <ac:spMkLst>
            <pc:docMk/>
            <pc:sldMk cId="2521168907" sldId="378"/>
            <ac:spMk id="4" creationId="{A254A01D-8BE8-5917-17EF-0F55B801936B}"/>
          </ac:spMkLst>
        </pc:spChg>
        <pc:spChg chg="mod">
          <ac:chgData name="yara elmekky" userId="df6e18b89ad5e1bc" providerId="LiveId" clId="{62C04A3D-D3F1-4228-A833-5005F1202B26}" dt="2026-04-05T12:58:28.969" v="3105" actId="20577"/>
          <ac:spMkLst>
            <pc:docMk/>
            <pc:sldMk cId="2521168907" sldId="378"/>
            <ac:spMk id="6" creationId="{C644507F-239F-CE6D-0599-DC124B7AF10F}"/>
          </ac:spMkLst>
        </pc:spChg>
        <pc:graphicFrameChg chg="modGraphic">
          <ac:chgData name="yara elmekky" userId="df6e18b89ad5e1bc" providerId="LiveId" clId="{62C04A3D-D3F1-4228-A833-5005F1202B26}" dt="2026-04-04T13:50:03.768" v="2776" actId="207"/>
          <ac:graphicFrameMkLst>
            <pc:docMk/>
            <pc:sldMk cId="2521168907" sldId="378"/>
            <ac:graphicFrameMk id="2" creationId="{DDDDDF72-9E0C-1528-45F7-C3C4345871A8}"/>
          </ac:graphicFrameMkLst>
        </pc:graphicFrameChg>
        <pc:graphicFrameChg chg="modGraphic">
          <ac:chgData name="yara elmekky" userId="df6e18b89ad5e1bc" providerId="LiveId" clId="{62C04A3D-D3F1-4228-A833-5005F1202B26}" dt="2026-04-04T13:38:11.878" v="2645" actId="20577"/>
          <ac:graphicFrameMkLst>
            <pc:docMk/>
            <pc:sldMk cId="2521168907" sldId="378"/>
            <ac:graphicFrameMk id="3" creationId="{4A5BD5EB-E80C-B68D-031F-7A2CA45113DE}"/>
          </ac:graphicFrameMkLst>
        </pc:graphicFrameChg>
        <pc:graphicFrameChg chg="modGraphic">
          <ac:chgData name="yara elmekky" userId="df6e18b89ad5e1bc" providerId="LiveId" clId="{62C04A3D-D3F1-4228-A833-5005F1202B26}" dt="2026-04-04T13:40:44.620" v="2663" actId="20577"/>
          <ac:graphicFrameMkLst>
            <pc:docMk/>
            <pc:sldMk cId="2521168907" sldId="378"/>
            <ac:graphicFrameMk id="5" creationId="{F1E69AA0-9F22-FE02-C1E8-7AD22F240691}"/>
          </ac:graphicFrameMkLst>
        </pc:graphicFrameChg>
        <pc:graphicFrameChg chg="mod modGraphic">
          <ac:chgData name="yara elmekky" userId="df6e18b89ad5e1bc" providerId="LiveId" clId="{62C04A3D-D3F1-4228-A833-5005F1202B26}" dt="2026-04-04T13:42:52.081" v="2705" actId="20577"/>
          <ac:graphicFrameMkLst>
            <pc:docMk/>
            <pc:sldMk cId="2521168907" sldId="378"/>
            <ac:graphicFrameMk id="7" creationId="{46FE4BF8-05DF-20C8-37E2-A7FC405AB37B}"/>
          </ac:graphicFrameMkLst>
        </pc:graphicFrameChg>
      </pc:sldChg>
      <pc:sldChg chg="addSp delSp modSp add mod">
        <pc:chgData name="yara elmekky" userId="df6e18b89ad5e1bc" providerId="LiveId" clId="{62C04A3D-D3F1-4228-A833-5005F1202B26}" dt="2026-04-06T13:42:18.526" v="3120"/>
        <pc:sldMkLst>
          <pc:docMk/>
          <pc:sldMk cId="4027128821" sldId="379"/>
        </pc:sldMkLst>
        <pc:spChg chg="mod">
          <ac:chgData name="yara elmekky" userId="df6e18b89ad5e1bc" providerId="LiveId" clId="{62C04A3D-D3F1-4228-A833-5005F1202B26}" dt="2026-04-06T13:42:18.526" v="3120"/>
          <ac:spMkLst>
            <pc:docMk/>
            <pc:sldMk cId="4027128821" sldId="379"/>
            <ac:spMk id="4" creationId="{03FECA1F-E126-BCA2-C416-791B821C65FD}"/>
          </ac:spMkLst>
        </pc:spChg>
        <pc:spChg chg="mod">
          <ac:chgData name="yara elmekky" userId="df6e18b89ad5e1bc" providerId="LiveId" clId="{62C04A3D-D3F1-4228-A833-5005F1202B26}" dt="2026-04-04T13:56:30.114" v="2932" actId="20577"/>
          <ac:spMkLst>
            <pc:docMk/>
            <pc:sldMk cId="4027128821" sldId="379"/>
            <ac:spMk id="6" creationId="{325E84E7-CE0A-687F-D524-00779C78D953}"/>
          </ac:spMkLst>
        </pc:spChg>
        <pc:graphicFrameChg chg="mod modGraphic">
          <ac:chgData name="yara elmekky" userId="df6e18b89ad5e1bc" providerId="LiveId" clId="{62C04A3D-D3F1-4228-A833-5005F1202B26}" dt="2026-04-04T13:51:30.467" v="2798" actId="20577"/>
          <ac:graphicFrameMkLst>
            <pc:docMk/>
            <pc:sldMk cId="4027128821" sldId="379"/>
            <ac:graphicFrameMk id="3" creationId="{692AD55D-20CF-B80D-EA67-FA188F106002}"/>
          </ac:graphicFrameMkLst>
        </pc:graphicFrameChg>
        <pc:graphicFrameChg chg="add mod modGraphic">
          <ac:chgData name="yara elmekky" userId="df6e18b89ad5e1bc" providerId="LiveId" clId="{62C04A3D-D3F1-4228-A833-5005F1202B26}" dt="2026-04-04T13:54:13.880" v="2858" actId="20577"/>
          <ac:graphicFrameMkLst>
            <pc:docMk/>
            <pc:sldMk cId="4027128821" sldId="379"/>
            <ac:graphicFrameMk id="8" creationId="{211D00C2-3A4F-3F31-D737-3A060F32FB08}"/>
          </ac:graphicFrameMkLst>
        </pc:graphicFrameChg>
      </pc:sldChg>
      <pc:sldChg chg="delSp modSp add mod">
        <pc:chgData name="yara elmekky" userId="df6e18b89ad5e1bc" providerId="LiveId" clId="{62C04A3D-D3F1-4228-A833-5005F1202B26}" dt="2026-04-06T13:42:22.151" v="3121"/>
        <pc:sldMkLst>
          <pc:docMk/>
          <pc:sldMk cId="168278952" sldId="380"/>
        </pc:sldMkLst>
        <pc:spChg chg="mod">
          <ac:chgData name="yara elmekky" userId="df6e18b89ad5e1bc" providerId="LiveId" clId="{62C04A3D-D3F1-4228-A833-5005F1202B26}" dt="2026-04-06T13:42:22.151" v="3121"/>
          <ac:spMkLst>
            <pc:docMk/>
            <pc:sldMk cId="168278952" sldId="380"/>
            <ac:spMk id="4" creationId="{E4EFE5AC-275B-F193-C543-F79400D1BDA2}"/>
          </ac:spMkLst>
        </pc:spChg>
        <pc:graphicFrameChg chg="modGraphic">
          <ac:chgData name="yara elmekky" userId="df6e18b89ad5e1bc" providerId="LiveId" clId="{62C04A3D-D3F1-4228-A833-5005F1202B26}" dt="2026-04-04T14:05:53.714" v="3094" actId="20577"/>
          <ac:graphicFrameMkLst>
            <pc:docMk/>
            <pc:sldMk cId="168278952" sldId="380"/>
            <ac:graphicFrameMk id="3" creationId="{6DB8A38A-88D2-F548-7A71-B16BC513FA55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72D640-FB32-4ACE-9D14-3899E16D65DB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32507C-5978-4035-9726-BD5FBAA037CB}" type="pres">
      <dgm:prSet presAssocID="{E772D640-FB32-4ACE-9D14-3899E16D65DB}" presName="root" presStyleCnt="0">
        <dgm:presLayoutVars>
          <dgm:dir/>
          <dgm:resizeHandles val="exact"/>
        </dgm:presLayoutVars>
      </dgm:prSet>
      <dgm:spPr/>
    </dgm:pt>
  </dgm:ptLst>
  <dgm:cxnLst>
    <dgm:cxn modelId="{3F123CE0-B05F-444B-9973-0128E20255C8}" type="presOf" srcId="{E772D640-FB32-4ACE-9D14-3899E16D65DB}" destId="{1A32507C-5978-4035-9726-BD5FBAA037CB}" srcOrd="0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B9C0AE9E-D47A-49D5-B30A-0262751AB258}" type="datetimeFigureOut">
              <a:rPr lang="ar-EG" smtClean="0"/>
              <a:t>19/10/1447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B429B219-3DC2-413E-BB62-B48BD116317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22579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30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DF86-8BE5-4E55-939A-4CA8B11FC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21AA2-5BB0-4C4E-9362-E15E12579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ABBF3-9276-48E1-BF53-7D2FD4E47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9C5F4-375C-4955-8DC6-39A21275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F211B-13B3-416E-9E2F-84224059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2C7A-7F49-4E37-AB93-A92B8C89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1D7D3-B31D-4045-AE6A-F094683F2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9028B-D478-41E3-9DDE-EEF433CD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4CAEA-3F00-4902-8163-FBCB35CA1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F0391-3218-4642-A28D-45628A4E9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62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1C7B-8EC2-43A1-88CF-261CF1E3B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7C2B8-315A-4EA8-95B6-665C6C76F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C6FC4-9A20-4B2F-8947-749AD468D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6A3B8-6E20-47EB-ACF8-C26A39C12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3DCF5-D810-42B2-8B1A-096B9EF9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5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7D6CD-24B6-4BF9-B895-24D9A666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A1844-9155-440E-8DF3-D284F8B27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A46E3-FF3A-47A1-99B6-961284728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DF9A2-1C36-4BCA-A2A4-1A0872020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F623C-3EA6-473F-98B3-EAFF2239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91697-378E-46A4-B93E-A647E4CC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B791-C80A-4530-8024-6B3AD206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126DD-91AB-40AC-AF28-CE2656C91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01F98-2D26-4CC6-91F2-519EC8497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4AA12-4E53-4CD5-AE63-69E8D2A29A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F7952E-A7A8-49EF-B069-C5FFAF624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9F1101-B919-440D-83BD-60B460D2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AD026-D9BF-4A89-8F3F-9B5353C8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625996-1530-41F6-8EAB-CE05F7860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0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58EB-4D72-4C2D-99AC-D55ACA28E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3F8C9-3F02-432A-B4D5-278B70CC6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DCF67-E4E9-4BFC-9968-BD716497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7F7E0-B3F4-4E6D-8576-F8D47E89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76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84CC8-ACCA-4EEA-AB56-3AEF2C95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E950FE-C59A-481E-A9E4-FB6ECD992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21CFF-8974-48DF-8EFB-12A5BB38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1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592A-B52D-4A0B-A9EB-5047C7465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BE7D3-1800-4524-B3F4-CF0746698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41D84-F575-462C-8593-B2826A86A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F7C7D-DB09-4726-9C31-C26836514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9D6D9-C349-4211-9234-AD56D5DA0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BBE0B-FCCC-4D0F-B82E-B83C60087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1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75AF-83A9-41F7-A1A9-1B7F8A0C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22B42-C2F2-4C2C-8684-C040B4CD9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149DA-CA59-47D5-8D34-BBC149D36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BFC1A-4AB6-469F-BEF5-C7322822C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5A0C-F869-4754-88DD-D7398913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BE0A7-E937-40D1-88AB-F3E48232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3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3AEF-430A-495B-856B-8DFD4157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AB936-2C98-47CE-90E0-F748E2BDA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E49B0-8378-4853-9239-E08038464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6326D-B69A-4C9A-A689-89A10E159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1B6A8-1DF8-4990-9449-5E3C3EEF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6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CB047E-737D-4624-A740-30D135638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6690D-B49A-4CD4-99C7-CEEB8D2B8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4BB12-C641-41E3-9B7A-33E3AFF46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B9F18-0E3E-439B-B096-2E16A3E2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8E89C-BC4B-43FC-A12A-23FDF87F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2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CBD01-0B0B-443A-8335-D5A458CE1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EBB28-D2F9-484E-80D3-757703EFE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1F4B7-DF04-4607-A541-75EE0B582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73F09-E982-45C1-964F-77925596AC3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55EB9-8FAE-4F4B-AED5-8E2F77521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6C838-B67B-42EA-BA5C-9987844DF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6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80BC8-5CEA-085A-1903-C3871077E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Section 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91832-72A5-6196-8537-6ECE0A21A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Systems Programming ECE3502</a:t>
            </a:r>
          </a:p>
        </p:txBody>
      </p:sp>
    </p:spTree>
    <p:extLst>
      <p:ext uri="{BB962C8B-B14F-4D97-AF65-F5344CB8AC3E}">
        <p14:creationId xmlns:p14="http://schemas.microsoft.com/office/powerpoint/2010/main" val="4202218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7313EB3-5F61-74D4-657F-1A5600F8DB02}"/>
              </a:ext>
            </a:extLst>
          </p:cNvPr>
          <p:cNvSpPr txBox="1"/>
          <p:nvPr/>
        </p:nvSpPr>
        <p:spPr>
          <a:xfrm>
            <a:off x="243676" y="315238"/>
            <a:ext cx="78898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solidFill>
                  <a:schemeClr val="bg1"/>
                </a:solidFill>
                <a:latin typeface="+mj-lt"/>
                <a:cs typeface="+mj-cs"/>
              </a:rPr>
              <a:t>SIC-XE DISASSEMBLER</a:t>
            </a:r>
            <a:endParaRPr lang="ar-EG" sz="5400" dirty="0">
              <a:solidFill>
                <a:schemeClr val="bg1"/>
              </a:solidFill>
              <a:latin typeface="+mj-lt"/>
              <a:cs typeface="+mj-cs"/>
            </a:endParaRPr>
          </a:p>
        </p:txBody>
      </p:sp>
      <p:graphicFrame>
        <p:nvGraphicFramePr>
          <p:cNvPr id="9" name="Rectangle 3">
            <a:extLst>
              <a:ext uri="{FF2B5EF4-FFF2-40B4-BE49-F238E27FC236}">
                <a16:creationId xmlns:a16="http://schemas.microsoft.com/office/drawing/2014/main" id="{8C2E14E0-ACD6-21BB-7C8C-E5D17D83D1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0634418"/>
              </p:ext>
            </p:extLst>
          </p:nvPr>
        </p:nvGraphicFramePr>
        <p:xfrm>
          <a:off x="14285" y="1184629"/>
          <a:ext cx="11969635" cy="52825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97471DF-517C-FB5C-B161-4B54EA6B7C96}"/>
              </a:ext>
            </a:extLst>
          </p:cNvPr>
          <p:cNvSpPr txBox="1"/>
          <p:nvPr/>
        </p:nvSpPr>
        <p:spPr>
          <a:xfrm>
            <a:off x="385190" y="1776866"/>
            <a:ext cx="10723128" cy="458587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400" dirty="0"/>
              <a:t>HPROG1X00100000001D</a:t>
            </a:r>
          </a:p>
          <a:p>
            <a:r>
              <a:rPr lang="en-US" sz="2400" dirty="0"/>
              <a:t>T0010001DB410B400B44075101000E32019332FFADB2013A00433200857C003B850</a:t>
            </a:r>
          </a:p>
          <a:p>
            <a:r>
              <a:rPr lang="en-US" sz="2400" dirty="0"/>
              <a:t>E001000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000" dirty="0">
                <a:latin typeface="Arial" panose="020B0604020202020204" pitchFamily="34" charset="0"/>
              </a:rPr>
              <a:t>Given the following necessary information:</a:t>
            </a:r>
          </a:p>
          <a:p>
            <a:endParaRPr lang="en-US" sz="2000" dirty="0"/>
          </a:p>
          <a:p>
            <a:r>
              <a:rPr lang="en-US" sz="2000" dirty="0"/>
              <a:t>AND </a:t>
            </a:r>
          </a:p>
          <a:p>
            <a:endParaRPr lang="en-US" sz="2000" dirty="0"/>
          </a:p>
          <a:p>
            <a:r>
              <a:rPr lang="en-US" sz="2000" dirty="0"/>
              <a:t>Assume </a:t>
            </a:r>
            <a:r>
              <a:rPr lang="en-US" sz="2000" b="1" dirty="0"/>
              <a:t>B=101A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FF0000"/>
                </a:solidFill>
              </a:rPr>
              <a:t>NOTE THAT:</a:t>
            </a:r>
            <a:br>
              <a:rPr lang="en-US" sz="2400" dirty="0">
                <a:solidFill>
                  <a:srgbClr val="FF0000"/>
                </a:solidFill>
              </a:rPr>
            </a:br>
            <a:r>
              <a:rPr lang="en-US" sz="2400" dirty="0">
                <a:solidFill>
                  <a:srgbClr val="FF0000"/>
                </a:solidFill>
              </a:rPr>
              <a:t>This HTME is not covering the whole program</a:t>
            </a:r>
            <a:endParaRPr lang="ar-EG" sz="2400" dirty="0">
              <a:solidFill>
                <a:srgbClr val="FF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67B975-0D8F-84F8-DC23-56C8D4F5C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891456"/>
              </p:ext>
            </p:extLst>
          </p:nvPr>
        </p:nvGraphicFramePr>
        <p:xfrm>
          <a:off x="7219950" y="2901178"/>
          <a:ext cx="3588726" cy="3494952"/>
        </p:xfrm>
        <a:graphic>
          <a:graphicData uri="http://schemas.openxmlformats.org/drawingml/2006/table">
            <a:tbl>
              <a:tblPr/>
              <a:tblGrid>
                <a:gridCol w="1196242">
                  <a:extLst>
                    <a:ext uri="{9D8B030D-6E8A-4147-A177-3AD203B41FA5}">
                      <a16:colId xmlns:a16="http://schemas.microsoft.com/office/drawing/2014/main" val="3923841472"/>
                    </a:ext>
                  </a:extLst>
                </a:gridCol>
                <a:gridCol w="1196242">
                  <a:extLst>
                    <a:ext uri="{9D8B030D-6E8A-4147-A177-3AD203B41FA5}">
                      <a16:colId xmlns:a16="http://schemas.microsoft.com/office/drawing/2014/main" val="3900518800"/>
                    </a:ext>
                  </a:extLst>
                </a:gridCol>
                <a:gridCol w="1196242">
                  <a:extLst>
                    <a:ext uri="{9D8B030D-6E8A-4147-A177-3AD203B41FA5}">
                      <a16:colId xmlns:a16="http://schemas.microsoft.com/office/drawing/2014/main" val="2174494881"/>
                    </a:ext>
                  </a:extLst>
                </a:gridCol>
              </a:tblGrid>
              <a:tr h="3883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</a:rPr>
                        <a:t>Instruction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</a:rPr>
                        <a:t>Opcode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</a:rPr>
                        <a:t>Format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345983"/>
                  </a:ext>
                </a:extLst>
              </a:tr>
              <a:tr h="3883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CLEAR r1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B4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573253"/>
                  </a:ext>
                </a:extLst>
              </a:tr>
              <a:tr h="3883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LDT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74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3/4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041682"/>
                  </a:ext>
                </a:extLst>
              </a:tr>
              <a:tr h="3883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TD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E0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3/4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957090"/>
                  </a:ext>
                </a:extLst>
              </a:tr>
              <a:tr h="3883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RD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D8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3/4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833976"/>
                  </a:ext>
                </a:extLst>
              </a:tr>
              <a:tr h="3883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JEQ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3/4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668466"/>
                  </a:ext>
                </a:extLst>
              </a:tr>
              <a:tr h="3883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COMPR r1,r2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A0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309404"/>
                  </a:ext>
                </a:extLst>
              </a:tr>
              <a:tr h="3883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STCH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54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3/4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544251"/>
                  </a:ext>
                </a:extLst>
              </a:tr>
              <a:tr h="3883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TIXR r1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B8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26087" marR="26087" marT="26087" marB="2608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196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905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BF1B7E-3613-B352-BF73-5C75A2AD99ED}"/>
              </a:ext>
            </a:extLst>
          </p:cNvPr>
          <p:cNvSpPr txBox="1"/>
          <p:nvPr/>
        </p:nvSpPr>
        <p:spPr>
          <a:xfrm>
            <a:off x="4039673" y="0"/>
            <a:ext cx="8153396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H</a:t>
            </a:r>
            <a:r>
              <a:rPr lang="en-US" sz="2000" dirty="0">
                <a:solidFill>
                  <a:srgbClr val="FF0000"/>
                </a:solidFill>
              </a:rPr>
              <a:t>PROG1X001000</a:t>
            </a:r>
            <a:r>
              <a:rPr lang="en-US" sz="2000" dirty="0"/>
              <a:t>00001D</a:t>
            </a:r>
          </a:p>
          <a:p>
            <a:r>
              <a:rPr lang="en-US" sz="2000" dirty="0"/>
              <a:t>T</a:t>
            </a:r>
            <a:r>
              <a:rPr lang="en-US" sz="2000" dirty="0">
                <a:solidFill>
                  <a:srgbClr val="FF0000"/>
                </a:solidFill>
              </a:rPr>
              <a:t>001000</a:t>
            </a:r>
            <a:r>
              <a:rPr lang="en-US" sz="2000" dirty="0"/>
              <a:t>1DB410B400B44075101000E32019332FFADB2013A00433200857C003B850</a:t>
            </a:r>
          </a:p>
          <a:p>
            <a:r>
              <a:rPr lang="en-US" sz="2000" dirty="0"/>
              <a:t>E001000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08754B-7BF0-5B30-0567-68216FD440DA}"/>
              </a:ext>
            </a:extLst>
          </p:cNvPr>
          <p:cNvSpPr txBox="1"/>
          <p:nvPr/>
        </p:nvSpPr>
        <p:spPr>
          <a:xfrm>
            <a:off x="106188" y="953076"/>
            <a:ext cx="383038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Assume that the instruction is format 3 so we are going to take 6 hexadecimal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1st instruction:</a:t>
            </a:r>
          </a:p>
          <a:p>
            <a:r>
              <a:rPr lang="en-US" dirty="0">
                <a:solidFill>
                  <a:schemeClr val="bg1"/>
                </a:solidFill>
              </a:rPr>
              <a:t>B410B4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Since n=0 &amp;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=0, then the instruction is neither format 3 nor format 4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B4 op code =&gt; CLEAR (format 2)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1st instruction:</a:t>
            </a:r>
          </a:p>
          <a:p>
            <a:r>
              <a:rPr lang="en-US" dirty="0">
                <a:solidFill>
                  <a:schemeClr val="bg1"/>
                </a:solidFill>
              </a:rPr>
              <a:t>B410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 </a:t>
            </a:r>
          </a:p>
          <a:p>
            <a:r>
              <a:rPr lang="en-US" b="1" dirty="0">
                <a:solidFill>
                  <a:schemeClr val="bg1"/>
                </a:solidFill>
              </a:rPr>
              <a:t>         CLEAR             X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983F1D9-459A-BC1C-CCE5-8D35B1BAF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384907"/>
              </p:ext>
            </p:extLst>
          </p:nvPr>
        </p:nvGraphicFramePr>
        <p:xfrm>
          <a:off x="349512" y="2664628"/>
          <a:ext cx="333957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193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1113193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113193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xbpe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Disp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255816">
                <a:tc>
                  <a:txBody>
                    <a:bodyPr/>
                    <a:lstStyle/>
                    <a:p>
                      <a:r>
                        <a:rPr lang="en-US" sz="1600" dirty="0"/>
                        <a:t>1011 01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53B26CF-CF95-3E79-A721-F02AB8040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202022"/>
              </p:ext>
            </p:extLst>
          </p:nvPr>
        </p:nvGraphicFramePr>
        <p:xfrm>
          <a:off x="349513" y="5170864"/>
          <a:ext cx="344143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146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1147146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147146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242650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244336">
                <a:tc>
                  <a:txBody>
                    <a:bodyPr/>
                    <a:lstStyle/>
                    <a:p>
                      <a:r>
                        <a:rPr lang="en-US" sz="1600" dirty="0"/>
                        <a:t>1011 0100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E518340-3E11-70C1-CAA0-D1F39831D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096954"/>
              </p:ext>
            </p:extLst>
          </p:nvPr>
        </p:nvGraphicFramePr>
        <p:xfrm>
          <a:off x="4274042" y="1402616"/>
          <a:ext cx="4889491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400">
                  <a:extLst>
                    <a:ext uri="{9D8B030D-6E8A-4147-A177-3AD203B41FA5}">
                      <a16:colId xmlns:a16="http://schemas.microsoft.com/office/drawing/2014/main" val="1384483976"/>
                    </a:ext>
                  </a:extLst>
                </a:gridCol>
                <a:gridCol w="850896">
                  <a:extLst>
                    <a:ext uri="{9D8B030D-6E8A-4147-A177-3AD203B41FA5}">
                      <a16:colId xmlns:a16="http://schemas.microsoft.com/office/drawing/2014/main" val="434803937"/>
                    </a:ext>
                  </a:extLst>
                </a:gridCol>
                <a:gridCol w="953004">
                  <a:extLst>
                    <a:ext uri="{9D8B030D-6E8A-4147-A177-3AD203B41FA5}">
                      <a16:colId xmlns:a16="http://schemas.microsoft.com/office/drawing/2014/main" val="2267334426"/>
                    </a:ext>
                  </a:extLst>
                </a:gridCol>
                <a:gridCol w="1010591">
                  <a:extLst>
                    <a:ext uri="{9D8B030D-6E8A-4147-A177-3AD203B41FA5}">
                      <a16:colId xmlns:a16="http://schemas.microsoft.com/office/drawing/2014/main" val="116675229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176275550"/>
                    </a:ext>
                  </a:extLst>
                </a:gridCol>
              </a:tblGrid>
              <a:tr h="214850"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PROG1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72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71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732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E196F0-8ACF-E861-E886-0BC06D224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5B81BBCF-92A3-CC35-38AB-7492FC2C3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A7ECBEF-6643-F047-07B0-6F5A721E7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846BBAA-AB52-C0F8-4E93-AB3815A4C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D8055D3-6D56-49B3-7376-F801F268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447C1DC-465A-518D-DC94-C42AE5BD9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F1B1F7-D6C4-83C1-61AD-36703DED1952}"/>
              </a:ext>
            </a:extLst>
          </p:cNvPr>
          <p:cNvSpPr txBox="1"/>
          <p:nvPr/>
        </p:nvSpPr>
        <p:spPr>
          <a:xfrm>
            <a:off x="4039673" y="8626"/>
            <a:ext cx="8153396" cy="200054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H</a:t>
            </a:r>
            <a:r>
              <a:rPr lang="en-US" sz="2000" dirty="0">
                <a:solidFill>
                  <a:srgbClr val="FF0000"/>
                </a:solidFill>
              </a:rPr>
              <a:t>PROG1X001000</a:t>
            </a:r>
            <a:r>
              <a:rPr lang="en-US" sz="2000" dirty="0"/>
              <a:t>00001D</a:t>
            </a:r>
          </a:p>
          <a:p>
            <a:r>
              <a:rPr lang="en-US" sz="2000" dirty="0"/>
              <a:t>T</a:t>
            </a:r>
            <a:r>
              <a:rPr lang="en-US" sz="2000" dirty="0">
                <a:solidFill>
                  <a:srgbClr val="FF0000"/>
                </a:solidFill>
              </a:rPr>
              <a:t>001000</a:t>
            </a:r>
            <a:r>
              <a:rPr lang="en-US" sz="2000" dirty="0"/>
              <a:t>1D</a:t>
            </a:r>
            <a:r>
              <a:rPr lang="en-US" sz="2000" dirty="0">
                <a:solidFill>
                  <a:srgbClr val="FF0000"/>
                </a:solidFill>
              </a:rPr>
              <a:t>B410</a:t>
            </a:r>
            <a:r>
              <a:rPr lang="en-US" sz="2000" dirty="0"/>
              <a:t>B400B44075101000E32019332FFADB2013A00433200857C003B850</a:t>
            </a:r>
          </a:p>
          <a:p>
            <a:r>
              <a:rPr lang="en-US" sz="2000" dirty="0"/>
              <a:t>E001000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09520-2D16-7FC0-C346-41FD9446E658}"/>
              </a:ext>
            </a:extLst>
          </p:cNvPr>
          <p:cNvSpPr txBox="1"/>
          <p:nvPr/>
        </p:nvSpPr>
        <p:spPr>
          <a:xfrm>
            <a:off x="97985" y="520484"/>
            <a:ext cx="383859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Assume that the instruction is format 3 so we are going to take 6 hexadecimal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2nd instruction:</a:t>
            </a:r>
          </a:p>
          <a:p>
            <a:r>
              <a:rPr lang="en-US" dirty="0">
                <a:solidFill>
                  <a:schemeClr val="bg1"/>
                </a:solidFill>
              </a:rPr>
              <a:t>B400B4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Since n=0 &amp;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=0, then the instruction is neither format 3 nor format 4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B4 op code =&gt; CLEAR (format 2)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2nd instruction:</a:t>
            </a:r>
          </a:p>
          <a:p>
            <a:r>
              <a:rPr lang="en-US" dirty="0">
                <a:solidFill>
                  <a:schemeClr val="bg1"/>
                </a:solidFill>
              </a:rPr>
              <a:t>B400</a:t>
            </a:r>
          </a:p>
          <a:p>
            <a:r>
              <a:rPr lang="en-US" b="1" dirty="0">
                <a:solidFill>
                  <a:schemeClr val="bg1"/>
                </a:solidFill>
              </a:rPr>
              <a:t>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        CLEAR             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DBC335E-6175-B7EC-869C-F0026AD52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271320"/>
              </p:ext>
            </p:extLst>
          </p:nvPr>
        </p:nvGraphicFramePr>
        <p:xfrm>
          <a:off x="255655" y="4777166"/>
          <a:ext cx="337747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826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1125826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125826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317692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317692">
                <a:tc>
                  <a:txBody>
                    <a:bodyPr/>
                    <a:lstStyle/>
                    <a:p>
                      <a:r>
                        <a:rPr lang="en-US" sz="1600" dirty="0"/>
                        <a:t>1011 0100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D055819-7275-2CB8-EEFC-2CBEBC9E5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698573"/>
              </p:ext>
            </p:extLst>
          </p:nvPr>
        </p:nvGraphicFramePr>
        <p:xfrm>
          <a:off x="4274042" y="1402616"/>
          <a:ext cx="4889491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400">
                  <a:extLst>
                    <a:ext uri="{9D8B030D-6E8A-4147-A177-3AD203B41FA5}">
                      <a16:colId xmlns:a16="http://schemas.microsoft.com/office/drawing/2014/main" val="1384483976"/>
                    </a:ext>
                  </a:extLst>
                </a:gridCol>
                <a:gridCol w="850896">
                  <a:extLst>
                    <a:ext uri="{9D8B030D-6E8A-4147-A177-3AD203B41FA5}">
                      <a16:colId xmlns:a16="http://schemas.microsoft.com/office/drawing/2014/main" val="434803937"/>
                    </a:ext>
                  </a:extLst>
                </a:gridCol>
                <a:gridCol w="953004">
                  <a:extLst>
                    <a:ext uri="{9D8B030D-6E8A-4147-A177-3AD203B41FA5}">
                      <a16:colId xmlns:a16="http://schemas.microsoft.com/office/drawing/2014/main" val="2267334426"/>
                    </a:ext>
                  </a:extLst>
                </a:gridCol>
                <a:gridCol w="1010591">
                  <a:extLst>
                    <a:ext uri="{9D8B030D-6E8A-4147-A177-3AD203B41FA5}">
                      <a16:colId xmlns:a16="http://schemas.microsoft.com/office/drawing/2014/main" val="116675229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176275550"/>
                    </a:ext>
                  </a:extLst>
                </a:gridCol>
              </a:tblGrid>
              <a:tr h="214850"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PROG1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72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B410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71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59230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16B1BEE-EFC6-256C-206D-24005C882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850115"/>
              </p:ext>
            </p:extLst>
          </p:nvPr>
        </p:nvGraphicFramePr>
        <p:xfrm>
          <a:off x="255655" y="2309028"/>
          <a:ext cx="333957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193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1113193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113193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xbpe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Disp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255816">
                <a:tc>
                  <a:txBody>
                    <a:bodyPr/>
                    <a:lstStyle/>
                    <a:p>
                      <a:r>
                        <a:rPr lang="en-US" sz="1600" dirty="0"/>
                        <a:t>1011 01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3038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723A5-632E-19DC-B127-539E6808B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7FB2A6DF-D9AF-E610-2A39-0A1149080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8C421A6-2A70-DF83-6130-AC8A6105D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A30884B-A29C-27C6-9FD3-1FC722B2F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BCDA00D-72DD-CDC6-F198-19CC1787F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10607594-2DE8-234E-A649-467E9FCA6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12EF39-186B-5F23-5DA5-402C24BDC27A}"/>
              </a:ext>
            </a:extLst>
          </p:cNvPr>
          <p:cNvSpPr txBox="1"/>
          <p:nvPr/>
        </p:nvSpPr>
        <p:spPr>
          <a:xfrm>
            <a:off x="4039673" y="0"/>
            <a:ext cx="8153396" cy="200054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H</a:t>
            </a:r>
            <a:r>
              <a:rPr lang="en-US" sz="2000" dirty="0">
                <a:solidFill>
                  <a:srgbClr val="FF0000"/>
                </a:solidFill>
              </a:rPr>
              <a:t>PROG1X</a:t>
            </a:r>
            <a:r>
              <a:rPr lang="en-US" sz="2000" dirty="0">
                <a:solidFill>
                  <a:srgbClr val="00B0F0"/>
                </a:solidFill>
              </a:rPr>
              <a:t>001000</a:t>
            </a:r>
            <a:r>
              <a:rPr lang="en-US" sz="2000" dirty="0"/>
              <a:t>00001D</a:t>
            </a:r>
          </a:p>
          <a:p>
            <a:r>
              <a:rPr lang="en-US" sz="2000" dirty="0"/>
              <a:t>T</a:t>
            </a:r>
            <a:r>
              <a:rPr lang="en-US" sz="2000" dirty="0">
                <a:solidFill>
                  <a:srgbClr val="FF0000"/>
                </a:solidFill>
              </a:rPr>
              <a:t>001000</a:t>
            </a:r>
            <a:r>
              <a:rPr lang="en-US" sz="2000" dirty="0"/>
              <a:t>1D</a:t>
            </a:r>
            <a:r>
              <a:rPr lang="en-US" sz="2000" dirty="0">
                <a:solidFill>
                  <a:srgbClr val="FF0000"/>
                </a:solidFill>
              </a:rPr>
              <a:t>B410</a:t>
            </a:r>
            <a:r>
              <a:rPr lang="en-US" sz="2000" dirty="0">
                <a:solidFill>
                  <a:srgbClr val="00B0F0"/>
                </a:solidFill>
              </a:rPr>
              <a:t>B400</a:t>
            </a:r>
            <a:r>
              <a:rPr lang="en-US" sz="2000" dirty="0"/>
              <a:t>B44075101000E32019332FFADB2013A00433200857C003B850</a:t>
            </a:r>
          </a:p>
          <a:p>
            <a:r>
              <a:rPr lang="en-US" sz="2000" dirty="0"/>
              <a:t>E001000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B7AF58-E44B-4EE0-B36A-C0688C3A83F4}"/>
              </a:ext>
            </a:extLst>
          </p:cNvPr>
          <p:cNvSpPr txBox="1"/>
          <p:nvPr/>
        </p:nvSpPr>
        <p:spPr>
          <a:xfrm>
            <a:off x="126157" y="746977"/>
            <a:ext cx="391244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Assume that the instruction is format 3 so we are going to take 6 hexadecimal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3rd instruction:</a:t>
            </a:r>
          </a:p>
          <a:p>
            <a:r>
              <a:rPr lang="en-US" dirty="0">
                <a:solidFill>
                  <a:schemeClr val="bg1"/>
                </a:solidFill>
              </a:rPr>
              <a:t>B44075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Since n=0 &amp;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=0, then the instruction is neither format 3 nor format 4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B4 op code =&gt; CLEAR (format 2)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3rd instruction:</a:t>
            </a:r>
          </a:p>
          <a:p>
            <a:r>
              <a:rPr lang="en-US" dirty="0">
                <a:solidFill>
                  <a:schemeClr val="bg1"/>
                </a:solidFill>
              </a:rPr>
              <a:t>B440</a:t>
            </a:r>
          </a:p>
          <a:p>
            <a:r>
              <a:rPr lang="en-US" b="1" dirty="0">
                <a:solidFill>
                  <a:schemeClr val="bg1"/>
                </a:solidFill>
              </a:rPr>
              <a:t>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	</a:t>
            </a:r>
          </a:p>
          <a:p>
            <a:r>
              <a:rPr lang="en-US" b="1" dirty="0">
                <a:solidFill>
                  <a:schemeClr val="bg1"/>
                </a:solidFill>
              </a:rPr>
              <a:t>        CLEAR             S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4150B40-9DAA-E9BE-09D1-9FA63D5D0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137385"/>
              </p:ext>
            </p:extLst>
          </p:nvPr>
        </p:nvGraphicFramePr>
        <p:xfrm>
          <a:off x="289102" y="4957697"/>
          <a:ext cx="337747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826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1125826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125826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317692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317692">
                <a:tc>
                  <a:txBody>
                    <a:bodyPr/>
                    <a:lstStyle/>
                    <a:p>
                      <a:r>
                        <a:rPr lang="en-US" sz="1600" dirty="0"/>
                        <a:t>1011 0100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54696A-799A-36F9-2E24-1B333752B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910060"/>
              </p:ext>
            </p:extLst>
          </p:nvPr>
        </p:nvGraphicFramePr>
        <p:xfrm>
          <a:off x="4274042" y="1402616"/>
          <a:ext cx="4889491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400">
                  <a:extLst>
                    <a:ext uri="{9D8B030D-6E8A-4147-A177-3AD203B41FA5}">
                      <a16:colId xmlns:a16="http://schemas.microsoft.com/office/drawing/2014/main" val="1384483976"/>
                    </a:ext>
                  </a:extLst>
                </a:gridCol>
                <a:gridCol w="850896">
                  <a:extLst>
                    <a:ext uri="{9D8B030D-6E8A-4147-A177-3AD203B41FA5}">
                      <a16:colId xmlns:a16="http://schemas.microsoft.com/office/drawing/2014/main" val="434803937"/>
                    </a:ext>
                  </a:extLst>
                </a:gridCol>
                <a:gridCol w="953004">
                  <a:extLst>
                    <a:ext uri="{9D8B030D-6E8A-4147-A177-3AD203B41FA5}">
                      <a16:colId xmlns:a16="http://schemas.microsoft.com/office/drawing/2014/main" val="2267334426"/>
                    </a:ext>
                  </a:extLst>
                </a:gridCol>
                <a:gridCol w="1010591">
                  <a:extLst>
                    <a:ext uri="{9D8B030D-6E8A-4147-A177-3AD203B41FA5}">
                      <a16:colId xmlns:a16="http://schemas.microsoft.com/office/drawing/2014/main" val="116675229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176275550"/>
                    </a:ext>
                  </a:extLst>
                </a:gridCol>
              </a:tblGrid>
              <a:tr h="214850"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PROG1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72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B410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71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592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20622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9A17143-A79A-D96C-C7FF-CC8E560AB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613077"/>
              </p:ext>
            </p:extLst>
          </p:nvPr>
        </p:nvGraphicFramePr>
        <p:xfrm>
          <a:off x="289102" y="2545616"/>
          <a:ext cx="333957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193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1113193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113193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xbpe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Disp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255816">
                <a:tc>
                  <a:txBody>
                    <a:bodyPr/>
                    <a:lstStyle/>
                    <a:p>
                      <a:r>
                        <a:rPr lang="en-US" sz="1600" dirty="0"/>
                        <a:t>1011 01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3068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48BD6-633D-A69C-5469-11CD4DD0E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4BA04BE7-791E-8922-5393-012BFAA6E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337AAAD-08F8-988F-9086-E7C417602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5C7AA4-7130-F92F-FDCD-EC993F27F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D8670FA-C27B-519B-88A0-CAE4F9A64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222A140C-875B-A505-2A72-82610BBF2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406F89-E3EA-E1E0-1507-757594287325}"/>
              </a:ext>
            </a:extLst>
          </p:cNvPr>
          <p:cNvSpPr txBox="1"/>
          <p:nvPr/>
        </p:nvSpPr>
        <p:spPr>
          <a:xfrm>
            <a:off x="4039673" y="0"/>
            <a:ext cx="8153396" cy="200054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H</a:t>
            </a:r>
            <a:r>
              <a:rPr lang="en-US" sz="2000" dirty="0">
                <a:solidFill>
                  <a:srgbClr val="FF0000"/>
                </a:solidFill>
              </a:rPr>
              <a:t>PROG1X</a:t>
            </a:r>
            <a:r>
              <a:rPr lang="en-US" sz="2000" dirty="0">
                <a:solidFill>
                  <a:srgbClr val="00B0F0"/>
                </a:solidFill>
              </a:rPr>
              <a:t>001000</a:t>
            </a:r>
            <a:r>
              <a:rPr lang="en-US" sz="2000" dirty="0"/>
              <a:t>00001D</a:t>
            </a:r>
          </a:p>
          <a:p>
            <a:r>
              <a:rPr lang="en-US" sz="2000" dirty="0"/>
              <a:t>T</a:t>
            </a:r>
            <a:r>
              <a:rPr lang="en-US" sz="2000" dirty="0">
                <a:solidFill>
                  <a:srgbClr val="FF0000"/>
                </a:solidFill>
              </a:rPr>
              <a:t>001000</a:t>
            </a:r>
            <a:r>
              <a:rPr lang="en-US" sz="2000" dirty="0"/>
              <a:t>1D</a:t>
            </a:r>
            <a:r>
              <a:rPr lang="en-US" sz="2000" dirty="0">
                <a:solidFill>
                  <a:srgbClr val="FF0000"/>
                </a:solidFill>
              </a:rPr>
              <a:t>B410</a:t>
            </a:r>
            <a:r>
              <a:rPr lang="en-US" sz="2000" dirty="0">
                <a:solidFill>
                  <a:srgbClr val="00B0F0"/>
                </a:solidFill>
              </a:rPr>
              <a:t>B400</a:t>
            </a:r>
            <a:r>
              <a:rPr lang="en-US" sz="2000" dirty="0">
                <a:solidFill>
                  <a:srgbClr val="FF0000"/>
                </a:solidFill>
              </a:rPr>
              <a:t>B440</a:t>
            </a:r>
            <a:r>
              <a:rPr lang="en-US" sz="2000" dirty="0"/>
              <a:t>75101000E32019332FFADB2013A00433200857C003B850</a:t>
            </a:r>
          </a:p>
          <a:p>
            <a:r>
              <a:rPr lang="en-US" sz="2000" dirty="0"/>
              <a:t>E001000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1DCB3B-933E-1796-C46A-79C6CF33DFBD}"/>
              </a:ext>
            </a:extLst>
          </p:cNvPr>
          <p:cNvSpPr txBox="1"/>
          <p:nvPr/>
        </p:nvSpPr>
        <p:spPr>
          <a:xfrm>
            <a:off x="105235" y="760253"/>
            <a:ext cx="391244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Assume that the instruction is format 3 so we are going to take 6 hexadecimal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4th instruction:</a:t>
            </a:r>
          </a:p>
          <a:p>
            <a:r>
              <a:rPr lang="en-US" dirty="0">
                <a:solidFill>
                  <a:schemeClr val="bg1"/>
                </a:solidFill>
              </a:rPr>
              <a:t>751010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Since n=0 &amp;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=1, then </a:t>
            </a:r>
            <a:r>
              <a:rPr lang="en-US" b="1" dirty="0">
                <a:solidFill>
                  <a:schemeClr val="bg1"/>
                </a:solidFill>
              </a:rPr>
              <a:t>immediate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rgbClr val="FF35C1"/>
                </a:solidFill>
              </a:rPr>
              <a:t>#</a:t>
            </a:r>
          </a:p>
          <a:p>
            <a:r>
              <a:rPr lang="en-US" dirty="0">
                <a:solidFill>
                  <a:schemeClr val="bg1"/>
                </a:solidFill>
              </a:rPr>
              <a:t>Since e=1 </a:t>
            </a:r>
            <a:r>
              <a:rPr lang="en-US" b="1" dirty="0">
                <a:solidFill>
                  <a:schemeClr val="bg1"/>
                </a:solidFill>
              </a:rPr>
              <a:t>=&gt; format 4 </a:t>
            </a:r>
            <a:r>
              <a:rPr lang="en-US" b="1" dirty="0">
                <a:solidFill>
                  <a:srgbClr val="FF35C1"/>
                </a:solidFill>
              </a:rPr>
              <a:t>+</a:t>
            </a:r>
          </a:p>
          <a:p>
            <a:br>
              <a:rPr lang="en-US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4th instruction:</a:t>
            </a:r>
          </a:p>
          <a:p>
            <a:r>
              <a:rPr lang="en-US" dirty="0">
                <a:solidFill>
                  <a:schemeClr val="bg1"/>
                </a:solidFill>
              </a:rPr>
              <a:t>75101000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Op code =&gt; return discarded bits</a:t>
            </a:r>
          </a:p>
          <a:p>
            <a:r>
              <a:rPr lang="en-US" b="1" dirty="0">
                <a:solidFill>
                  <a:schemeClr val="bg1"/>
                </a:solidFill>
              </a:rPr>
              <a:t>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	</a:t>
            </a:r>
          </a:p>
          <a:p>
            <a:r>
              <a:rPr lang="en-US" b="1" dirty="0">
                <a:solidFill>
                  <a:schemeClr val="bg1"/>
                </a:solidFill>
              </a:rPr>
              <a:t>       74 op code =&gt; LDT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             +LDT    #4096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ABA5658-E9EC-4D91-50C0-BF59D6970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42569"/>
              </p:ext>
            </p:extLst>
          </p:nvPr>
        </p:nvGraphicFramePr>
        <p:xfrm>
          <a:off x="327001" y="2187476"/>
          <a:ext cx="333957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824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523455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ni</a:t>
                      </a:r>
                      <a:r>
                        <a:rPr lang="en-US" sz="1600" dirty="0"/>
                        <a:t>  </a:t>
                      </a:r>
                      <a:r>
                        <a:rPr lang="en-US" sz="1600" dirty="0" err="1"/>
                        <a:t>xbpe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Disp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255816">
                <a:tc>
                  <a:txBody>
                    <a:bodyPr/>
                    <a:lstStyle/>
                    <a:p>
                      <a:r>
                        <a:rPr lang="en-US" sz="1600" dirty="0"/>
                        <a:t>0111 01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01 0001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hexa</a:t>
                      </a:r>
                      <a:r>
                        <a:rPr lang="en-US" sz="1600" dirty="0"/>
                        <a:t> (01000)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1108BFB-E50F-E524-AD6D-D40FDE6D7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361871"/>
              </p:ext>
            </p:extLst>
          </p:nvPr>
        </p:nvGraphicFramePr>
        <p:xfrm>
          <a:off x="327000" y="5006739"/>
          <a:ext cx="333957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275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342479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ni</a:t>
                      </a:r>
                      <a:r>
                        <a:rPr lang="en-US" sz="1600" dirty="0"/>
                        <a:t>  </a:t>
                      </a:r>
                      <a:r>
                        <a:rPr lang="en-US" sz="1600" dirty="0" err="1"/>
                        <a:t>xbpe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255816">
                <a:tc>
                  <a:txBody>
                    <a:bodyPr/>
                    <a:lstStyle/>
                    <a:p>
                      <a:r>
                        <a:rPr lang="en-US" sz="1600" dirty="0"/>
                        <a:t>0111 01</a:t>
                      </a:r>
                      <a:r>
                        <a:rPr lang="en-US" sz="1600" dirty="0">
                          <a:solidFill>
                            <a:srgbClr val="FF35C1"/>
                          </a:solidFill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01 0001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hexa</a:t>
                      </a:r>
                      <a:r>
                        <a:rPr lang="en-US" sz="1600" dirty="0"/>
                        <a:t> (01000)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  <p:sp>
        <p:nvSpPr>
          <p:cNvPr id="10" name="Callout: Bent Line 9">
            <a:extLst>
              <a:ext uri="{FF2B5EF4-FFF2-40B4-BE49-F238E27FC236}">
                <a16:creationId xmlns:a16="http://schemas.microsoft.com/office/drawing/2014/main" id="{51503E08-B339-A999-5804-8244DD6005F7}"/>
              </a:ext>
            </a:extLst>
          </p:cNvPr>
          <p:cNvSpPr/>
          <p:nvPr/>
        </p:nvSpPr>
        <p:spPr>
          <a:xfrm>
            <a:off x="2686049" y="5955238"/>
            <a:ext cx="809625" cy="67776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9692"/>
              <a:gd name="adj6" fmla="val -64849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Address value in decimal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3D9DA51-1972-360E-FAC5-D0A1375AE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30646"/>
              </p:ext>
            </p:extLst>
          </p:nvPr>
        </p:nvGraphicFramePr>
        <p:xfrm>
          <a:off x="4274042" y="1402616"/>
          <a:ext cx="4889491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400">
                  <a:extLst>
                    <a:ext uri="{9D8B030D-6E8A-4147-A177-3AD203B41FA5}">
                      <a16:colId xmlns:a16="http://schemas.microsoft.com/office/drawing/2014/main" val="1384483976"/>
                    </a:ext>
                  </a:extLst>
                </a:gridCol>
                <a:gridCol w="850896">
                  <a:extLst>
                    <a:ext uri="{9D8B030D-6E8A-4147-A177-3AD203B41FA5}">
                      <a16:colId xmlns:a16="http://schemas.microsoft.com/office/drawing/2014/main" val="434803937"/>
                    </a:ext>
                  </a:extLst>
                </a:gridCol>
                <a:gridCol w="953004">
                  <a:extLst>
                    <a:ext uri="{9D8B030D-6E8A-4147-A177-3AD203B41FA5}">
                      <a16:colId xmlns:a16="http://schemas.microsoft.com/office/drawing/2014/main" val="2267334426"/>
                    </a:ext>
                  </a:extLst>
                </a:gridCol>
                <a:gridCol w="1010591">
                  <a:extLst>
                    <a:ext uri="{9D8B030D-6E8A-4147-A177-3AD203B41FA5}">
                      <a16:colId xmlns:a16="http://schemas.microsoft.com/office/drawing/2014/main" val="116675229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176275550"/>
                    </a:ext>
                  </a:extLst>
                </a:gridCol>
              </a:tblGrid>
              <a:tr h="214850"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PROG1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72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B410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71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592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B440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20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602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2079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A3FA5-278B-EC2D-BAD7-86195B97C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6AEB4D82-2603-A622-09B7-06FC0CB67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F81857E-464E-6DAA-CD63-2500A1129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B0F9EEE-3B96-D27B-FD2E-B5FD2F735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6E2E1A-A39A-801A-6C95-917C030B7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EF0E3BDC-0C8D-1610-42BA-6DCE95BF6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BE9114-DA08-A820-CA89-C300213FF1D5}"/>
              </a:ext>
            </a:extLst>
          </p:cNvPr>
          <p:cNvSpPr txBox="1"/>
          <p:nvPr/>
        </p:nvSpPr>
        <p:spPr>
          <a:xfrm>
            <a:off x="4039673" y="0"/>
            <a:ext cx="8153396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H</a:t>
            </a:r>
            <a:r>
              <a:rPr lang="en-US" sz="2000" dirty="0">
                <a:solidFill>
                  <a:srgbClr val="FF0000"/>
                </a:solidFill>
              </a:rPr>
              <a:t>PROG1X</a:t>
            </a:r>
            <a:r>
              <a:rPr lang="en-US" sz="2000" dirty="0">
                <a:solidFill>
                  <a:srgbClr val="00B0F0"/>
                </a:solidFill>
              </a:rPr>
              <a:t>001000</a:t>
            </a:r>
            <a:r>
              <a:rPr lang="en-US" sz="2000" dirty="0"/>
              <a:t>00001D</a:t>
            </a:r>
          </a:p>
          <a:p>
            <a:r>
              <a:rPr lang="en-US" sz="2000" dirty="0"/>
              <a:t>T</a:t>
            </a:r>
            <a:r>
              <a:rPr lang="en-US" sz="2000" dirty="0">
                <a:solidFill>
                  <a:srgbClr val="FF0000"/>
                </a:solidFill>
              </a:rPr>
              <a:t>001000</a:t>
            </a:r>
            <a:r>
              <a:rPr lang="en-US" sz="2000" dirty="0"/>
              <a:t>1D</a:t>
            </a:r>
            <a:r>
              <a:rPr lang="en-US" sz="2000" dirty="0">
                <a:solidFill>
                  <a:srgbClr val="FF0000"/>
                </a:solidFill>
              </a:rPr>
              <a:t>B410</a:t>
            </a:r>
            <a:r>
              <a:rPr lang="en-US" sz="2000" dirty="0">
                <a:solidFill>
                  <a:srgbClr val="00B0F0"/>
                </a:solidFill>
              </a:rPr>
              <a:t>B400</a:t>
            </a:r>
            <a:r>
              <a:rPr lang="en-US" sz="2000" dirty="0">
                <a:solidFill>
                  <a:srgbClr val="FF0000"/>
                </a:solidFill>
              </a:rPr>
              <a:t>B440</a:t>
            </a:r>
            <a:r>
              <a:rPr lang="en-US" sz="2000" dirty="0">
                <a:solidFill>
                  <a:srgbClr val="00B0F0"/>
                </a:solidFill>
              </a:rPr>
              <a:t>75101000</a:t>
            </a:r>
            <a:r>
              <a:rPr lang="en-US" sz="2000" dirty="0"/>
              <a:t>E32019332FFADB2013A00433200857C003B850</a:t>
            </a:r>
          </a:p>
          <a:p>
            <a:r>
              <a:rPr lang="en-US" sz="2000" dirty="0"/>
              <a:t>E001000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6E9C1A-A4F5-B73D-F1FE-D48F47E377C9}"/>
              </a:ext>
            </a:extLst>
          </p:cNvPr>
          <p:cNvSpPr txBox="1"/>
          <p:nvPr/>
        </p:nvSpPr>
        <p:spPr>
          <a:xfrm>
            <a:off x="105235" y="760253"/>
            <a:ext cx="391244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Assume that the instruction is format 3 so we are going to take 6 hexadecimal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5th instruction:</a:t>
            </a:r>
          </a:p>
          <a:p>
            <a:r>
              <a:rPr lang="en-US" dirty="0">
                <a:solidFill>
                  <a:schemeClr val="bg1"/>
                </a:solidFill>
              </a:rPr>
              <a:t>E32019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Since n=1 &amp;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=1, then </a:t>
            </a:r>
            <a:r>
              <a:rPr lang="en-US" b="1" dirty="0">
                <a:solidFill>
                  <a:schemeClr val="bg1"/>
                </a:solidFill>
              </a:rPr>
              <a:t>direct</a:t>
            </a:r>
            <a:endParaRPr lang="en-US" b="1" dirty="0">
              <a:solidFill>
                <a:srgbClr val="FF35C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Since e=0 </a:t>
            </a:r>
            <a:r>
              <a:rPr lang="en-US" b="1" dirty="0">
                <a:solidFill>
                  <a:schemeClr val="bg1"/>
                </a:solidFill>
              </a:rPr>
              <a:t>=&gt; format 3</a:t>
            </a:r>
          </a:p>
          <a:p>
            <a:r>
              <a:rPr lang="en-US" dirty="0">
                <a:solidFill>
                  <a:schemeClr val="bg1"/>
                </a:solidFill>
              </a:rPr>
              <a:t>Since b=0 &amp; p=1, then </a:t>
            </a:r>
            <a:r>
              <a:rPr lang="en-US" b="1" dirty="0">
                <a:solidFill>
                  <a:schemeClr val="bg1"/>
                </a:solidFill>
              </a:rPr>
              <a:t>PC relative</a:t>
            </a:r>
            <a:endParaRPr lang="en-US" b="1" dirty="0">
              <a:solidFill>
                <a:srgbClr val="FF35C1"/>
              </a:solidFill>
            </a:endParaRPr>
          </a:p>
          <a:p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TA= </a:t>
            </a:r>
            <a:r>
              <a:rPr lang="en-US" b="1" dirty="0" err="1">
                <a:solidFill>
                  <a:schemeClr val="bg1"/>
                </a:solidFill>
              </a:rPr>
              <a:t>disp+PC</a:t>
            </a:r>
            <a:r>
              <a:rPr lang="en-US" b="1" dirty="0">
                <a:solidFill>
                  <a:schemeClr val="bg1"/>
                </a:solidFill>
              </a:rPr>
              <a:t> = 019+100D = 1026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Op code =&gt; return discarded bits</a:t>
            </a:r>
          </a:p>
          <a:p>
            <a:r>
              <a:rPr lang="en-US" b="1" dirty="0">
                <a:solidFill>
                  <a:schemeClr val="bg1"/>
                </a:solidFill>
              </a:rPr>
              <a:t>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	</a:t>
            </a:r>
          </a:p>
          <a:p>
            <a:r>
              <a:rPr lang="en-US" b="1" dirty="0">
                <a:solidFill>
                  <a:schemeClr val="bg1"/>
                </a:solidFill>
              </a:rPr>
              <a:t>       E0 op code =&gt; TD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             TD    Ref1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5B7C7A-847D-76B5-8518-9DBD735B7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633510"/>
              </p:ext>
            </p:extLst>
          </p:nvPr>
        </p:nvGraphicFramePr>
        <p:xfrm>
          <a:off x="327001" y="2187476"/>
          <a:ext cx="333957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824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523455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ni</a:t>
                      </a:r>
                      <a:r>
                        <a:rPr lang="en-US" sz="1600" dirty="0"/>
                        <a:t>  </a:t>
                      </a:r>
                      <a:r>
                        <a:rPr lang="en-US" sz="1600" dirty="0" err="1"/>
                        <a:t>xbpe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Disp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255816">
                <a:tc>
                  <a:txBody>
                    <a:bodyPr/>
                    <a:lstStyle/>
                    <a:p>
                      <a:r>
                        <a:rPr lang="en-US" sz="1600" dirty="0"/>
                        <a:t>1110 00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11 0010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hexa</a:t>
                      </a:r>
                      <a:r>
                        <a:rPr lang="en-US" sz="1600" dirty="0"/>
                        <a:t> (019)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C3CB779-5B09-E2B5-3C56-A70325727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918371"/>
              </p:ext>
            </p:extLst>
          </p:nvPr>
        </p:nvGraphicFramePr>
        <p:xfrm>
          <a:off x="327000" y="4774536"/>
          <a:ext cx="333957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275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342479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ni</a:t>
                      </a:r>
                      <a:r>
                        <a:rPr lang="en-US" sz="1600" dirty="0"/>
                        <a:t>  </a:t>
                      </a:r>
                      <a:r>
                        <a:rPr lang="en-US" sz="1600" dirty="0" err="1"/>
                        <a:t>xbpe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Disp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255816">
                <a:tc>
                  <a:txBody>
                    <a:bodyPr/>
                    <a:lstStyle/>
                    <a:p>
                      <a:r>
                        <a:rPr lang="en-US" sz="1600" dirty="0"/>
                        <a:t>1110 00</a:t>
                      </a:r>
                      <a:r>
                        <a:rPr lang="en-US" sz="1600" dirty="0">
                          <a:solidFill>
                            <a:srgbClr val="FF35C1"/>
                          </a:solidFill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11 0010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hexa</a:t>
                      </a:r>
                      <a:r>
                        <a:rPr lang="en-US" sz="1600" dirty="0"/>
                        <a:t> (019)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78C14B-762E-E52F-3A10-26AF479A8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456279"/>
              </p:ext>
            </p:extLst>
          </p:nvPr>
        </p:nvGraphicFramePr>
        <p:xfrm>
          <a:off x="4274042" y="1402616"/>
          <a:ext cx="4889491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400">
                  <a:extLst>
                    <a:ext uri="{9D8B030D-6E8A-4147-A177-3AD203B41FA5}">
                      <a16:colId xmlns:a16="http://schemas.microsoft.com/office/drawing/2014/main" val="1384483976"/>
                    </a:ext>
                  </a:extLst>
                </a:gridCol>
                <a:gridCol w="850896">
                  <a:extLst>
                    <a:ext uri="{9D8B030D-6E8A-4147-A177-3AD203B41FA5}">
                      <a16:colId xmlns:a16="http://schemas.microsoft.com/office/drawing/2014/main" val="434803937"/>
                    </a:ext>
                  </a:extLst>
                </a:gridCol>
                <a:gridCol w="953004">
                  <a:extLst>
                    <a:ext uri="{9D8B030D-6E8A-4147-A177-3AD203B41FA5}">
                      <a16:colId xmlns:a16="http://schemas.microsoft.com/office/drawing/2014/main" val="2267334426"/>
                    </a:ext>
                  </a:extLst>
                </a:gridCol>
                <a:gridCol w="1010591">
                  <a:extLst>
                    <a:ext uri="{9D8B030D-6E8A-4147-A177-3AD203B41FA5}">
                      <a16:colId xmlns:a16="http://schemas.microsoft.com/office/drawing/2014/main" val="116675229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176275550"/>
                    </a:ext>
                  </a:extLst>
                </a:gridCol>
              </a:tblGrid>
              <a:tr h="214850"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PROG1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72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B410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71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592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B440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20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+LDT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#4096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75101000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602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97488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741DC65-9A89-D1B3-C61F-B924F233D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073396"/>
              </p:ext>
            </p:extLst>
          </p:nvPr>
        </p:nvGraphicFramePr>
        <p:xfrm>
          <a:off x="9433166" y="2522756"/>
          <a:ext cx="2489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620683647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693492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Symbol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Address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002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41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686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E53D4D-1997-A41A-22A7-F366DA990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D0937827-6DD9-8281-983E-F04B0BD4E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26857E0-D11B-4153-4EC1-86311BF48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3E402CD-EB82-3AAF-E36F-764B2A06D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A9DBB1-9C85-D26E-3E10-727956C18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44004037-1770-B98F-8133-8B2EECD73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2EE36A-4DA9-C054-42F9-F3CE9B3EC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002334"/>
              </p:ext>
            </p:extLst>
          </p:nvPr>
        </p:nvGraphicFramePr>
        <p:xfrm>
          <a:off x="4274042" y="1402616"/>
          <a:ext cx="4889491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400">
                  <a:extLst>
                    <a:ext uri="{9D8B030D-6E8A-4147-A177-3AD203B41FA5}">
                      <a16:colId xmlns:a16="http://schemas.microsoft.com/office/drawing/2014/main" val="1384483976"/>
                    </a:ext>
                  </a:extLst>
                </a:gridCol>
                <a:gridCol w="850896">
                  <a:extLst>
                    <a:ext uri="{9D8B030D-6E8A-4147-A177-3AD203B41FA5}">
                      <a16:colId xmlns:a16="http://schemas.microsoft.com/office/drawing/2014/main" val="434803937"/>
                    </a:ext>
                  </a:extLst>
                </a:gridCol>
                <a:gridCol w="953004">
                  <a:extLst>
                    <a:ext uri="{9D8B030D-6E8A-4147-A177-3AD203B41FA5}">
                      <a16:colId xmlns:a16="http://schemas.microsoft.com/office/drawing/2014/main" val="2267334426"/>
                    </a:ext>
                  </a:extLst>
                </a:gridCol>
                <a:gridCol w="1010591">
                  <a:extLst>
                    <a:ext uri="{9D8B030D-6E8A-4147-A177-3AD203B41FA5}">
                      <a16:colId xmlns:a16="http://schemas.microsoft.com/office/drawing/2014/main" val="116675229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176275550"/>
                    </a:ext>
                  </a:extLst>
                </a:gridCol>
              </a:tblGrid>
              <a:tr h="214850"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PROG1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72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B410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71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592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B440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20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+LDT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#4096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75101000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602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E32019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974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0076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7F9AEDF-E0DD-623C-26CF-B99391F4AD90}"/>
              </a:ext>
            </a:extLst>
          </p:cNvPr>
          <p:cNvSpPr txBox="1"/>
          <p:nvPr/>
        </p:nvSpPr>
        <p:spPr>
          <a:xfrm>
            <a:off x="4039673" y="0"/>
            <a:ext cx="8153396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H</a:t>
            </a:r>
            <a:r>
              <a:rPr lang="en-US" sz="2000" dirty="0">
                <a:solidFill>
                  <a:srgbClr val="FF0000"/>
                </a:solidFill>
              </a:rPr>
              <a:t>PROG1X</a:t>
            </a:r>
            <a:r>
              <a:rPr lang="en-US" sz="2000" dirty="0">
                <a:solidFill>
                  <a:srgbClr val="00B0F0"/>
                </a:solidFill>
              </a:rPr>
              <a:t>001000</a:t>
            </a:r>
            <a:r>
              <a:rPr lang="en-US" sz="2000" dirty="0"/>
              <a:t>00001D</a:t>
            </a:r>
          </a:p>
          <a:p>
            <a:r>
              <a:rPr lang="en-US" sz="2000" dirty="0"/>
              <a:t>T</a:t>
            </a:r>
            <a:r>
              <a:rPr lang="en-US" sz="2000" dirty="0">
                <a:solidFill>
                  <a:srgbClr val="FF0000"/>
                </a:solidFill>
              </a:rPr>
              <a:t>001000</a:t>
            </a:r>
            <a:r>
              <a:rPr lang="en-US" sz="2000" dirty="0"/>
              <a:t>1D</a:t>
            </a:r>
            <a:r>
              <a:rPr lang="en-US" sz="2000" dirty="0">
                <a:solidFill>
                  <a:srgbClr val="FF0000"/>
                </a:solidFill>
              </a:rPr>
              <a:t>B410</a:t>
            </a:r>
            <a:r>
              <a:rPr lang="en-US" sz="2000" dirty="0">
                <a:solidFill>
                  <a:srgbClr val="00B0F0"/>
                </a:solidFill>
              </a:rPr>
              <a:t>B400</a:t>
            </a:r>
            <a:r>
              <a:rPr lang="en-US" sz="2000" dirty="0">
                <a:solidFill>
                  <a:srgbClr val="FF0000"/>
                </a:solidFill>
              </a:rPr>
              <a:t>B440</a:t>
            </a:r>
            <a:r>
              <a:rPr lang="en-US" sz="2000" dirty="0">
                <a:solidFill>
                  <a:srgbClr val="00B0F0"/>
                </a:solidFill>
              </a:rPr>
              <a:t>75101000</a:t>
            </a:r>
            <a:r>
              <a:rPr lang="en-US" sz="2000" dirty="0">
                <a:solidFill>
                  <a:srgbClr val="FF0000"/>
                </a:solidFill>
              </a:rPr>
              <a:t>E32019</a:t>
            </a:r>
            <a:r>
              <a:rPr lang="en-US" sz="2000" dirty="0"/>
              <a:t>332FFADB2013A00433200857C003B850</a:t>
            </a:r>
          </a:p>
          <a:p>
            <a:r>
              <a:rPr lang="en-US" sz="2000" dirty="0"/>
              <a:t>E001000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70B84B-A4E3-F603-A5DE-91555B6A99D9}"/>
              </a:ext>
            </a:extLst>
          </p:cNvPr>
          <p:cNvSpPr txBox="1"/>
          <p:nvPr/>
        </p:nvSpPr>
        <p:spPr>
          <a:xfrm>
            <a:off x="105235" y="760253"/>
            <a:ext cx="391244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Assume that the instruction is format 3 so we are going to take 6 hexadecimal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6th instruction:</a:t>
            </a:r>
          </a:p>
          <a:p>
            <a:r>
              <a:rPr lang="en-US" dirty="0">
                <a:solidFill>
                  <a:schemeClr val="bg1"/>
                </a:solidFill>
              </a:rPr>
              <a:t>332FFA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Since n=1 &amp;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=1, then </a:t>
            </a:r>
            <a:r>
              <a:rPr lang="en-US" b="1" dirty="0">
                <a:solidFill>
                  <a:schemeClr val="bg1"/>
                </a:solidFill>
              </a:rPr>
              <a:t>direct</a:t>
            </a:r>
            <a:endParaRPr lang="en-US" b="1" dirty="0">
              <a:solidFill>
                <a:srgbClr val="FF35C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Since e=0 </a:t>
            </a:r>
            <a:r>
              <a:rPr lang="en-US" b="1" dirty="0">
                <a:solidFill>
                  <a:schemeClr val="bg1"/>
                </a:solidFill>
              </a:rPr>
              <a:t>=&gt; format 3</a:t>
            </a:r>
          </a:p>
          <a:p>
            <a:r>
              <a:rPr lang="en-US" dirty="0">
                <a:solidFill>
                  <a:schemeClr val="bg1"/>
                </a:solidFill>
              </a:rPr>
              <a:t>Since b=0 &amp; p=1, then </a:t>
            </a:r>
            <a:r>
              <a:rPr lang="en-US" b="1" dirty="0">
                <a:solidFill>
                  <a:schemeClr val="bg1"/>
                </a:solidFill>
              </a:rPr>
              <a:t>PC relative</a:t>
            </a:r>
            <a:endParaRPr lang="en-US" b="1" dirty="0">
              <a:solidFill>
                <a:srgbClr val="FF35C1"/>
              </a:solidFill>
            </a:endParaRPr>
          </a:p>
          <a:p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TA= </a:t>
            </a:r>
            <a:r>
              <a:rPr lang="en-US" b="1" dirty="0" err="1">
                <a:solidFill>
                  <a:schemeClr val="bg1"/>
                </a:solidFill>
              </a:rPr>
              <a:t>disp+PC</a:t>
            </a:r>
            <a:r>
              <a:rPr lang="en-US" b="1" dirty="0">
                <a:solidFill>
                  <a:schemeClr val="bg1"/>
                </a:solidFill>
              </a:rPr>
              <a:t> = FFFFFFA+1010 = 100A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Op code =&gt; return discarded bits</a:t>
            </a:r>
          </a:p>
          <a:p>
            <a:r>
              <a:rPr lang="en-US" b="1" dirty="0">
                <a:solidFill>
                  <a:schemeClr val="bg1"/>
                </a:solidFill>
              </a:rPr>
              <a:t>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	</a:t>
            </a:r>
          </a:p>
          <a:p>
            <a:r>
              <a:rPr lang="en-US" b="1" dirty="0">
                <a:solidFill>
                  <a:schemeClr val="bg1"/>
                </a:solidFill>
              </a:rPr>
              <a:t>       30 op code =&gt; JEQ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             JEQ   Ref2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3CAF68-DE11-B2B4-56DF-826153E82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993267"/>
              </p:ext>
            </p:extLst>
          </p:nvPr>
        </p:nvGraphicFramePr>
        <p:xfrm>
          <a:off x="327001" y="2187476"/>
          <a:ext cx="333957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824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523455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ni</a:t>
                      </a:r>
                      <a:r>
                        <a:rPr lang="en-US" sz="1600" dirty="0"/>
                        <a:t>  </a:t>
                      </a:r>
                      <a:r>
                        <a:rPr lang="en-US" sz="1600" dirty="0" err="1"/>
                        <a:t>xbpe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Disp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255816">
                <a:tc>
                  <a:txBody>
                    <a:bodyPr/>
                    <a:lstStyle/>
                    <a:p>
                      <a:r>
                        <a:rPr lang="en-US" sz="1600" dirty="0"/>
                        <a:t>0011 00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11 0010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hexa</a:t>
                      </a:r>
                      <a:r>
                        <a:rPr lang="en-US" sz="1600" dirty="0"/>
                        <a:t> (FFA)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D8C4C9-40B0-4C4E-F5AB-1DD329602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888855"/>
              </p:ext>
            </p:extLst>
          </p:nvPr>
        </p:nvGraphicFramePr>
        <p:xfrm>
          <a:off x="327000" y="4774536"/>
          <a:ext cx="333957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275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342479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ni</a:t>
                      </a:r>
                      <a:r>
                        <a:rPr lang="en-US" sz="1600" dirty="0"/>
                        <a:t>  </a:t>
                      </a:r>
                      <a:r>
                        <a:rPr lang="en-US" sz="1600" dirty="0" err="1"/>
                        <a:t>xbpe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Disp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255816">
                <a:tc>
                  <a:txBody>
                    <a:bodyPr/>
                    <a:lstStyle/>
                    <a:p>
                      <a:r>
                        <a:rPr lang="en-US" sz="1600" dirty="0"/>
                        <a:t>0011 00</a:t>
                      </a:r>
                      <a:r>
                        <a:rPr lang="en-US" sz="1600" dirty="0">
                          <a:solidFill>
                            <a:srgbClr val="FF35C1"/>
                          </a:solidFill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11 0010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hexa</a:t>
                      </a:r>
                      <a:r>
                        <a:rPr lang="en-US" sz="1600" dirty="0"/>
                        <a:t> (FFA)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EBE8C6-5842-BE24-9C95-5C438271B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088212"/>
              </p:ext>
            </p:extLst>
          </p:nvPr>
        </p:nvGraphicFramePr>
        <p:xfrm>
          <a:off x="9433166" y="2522756"/>
          <a:ext cx="24892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620683647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693492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Symbol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Address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002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417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100A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752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203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1103B-3138-577E-934D-A08167C25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147D6C8-8C76-1AE1-813D-BC4C60224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F326983-EEFD-646D-591E-073B5CF98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F3D82C2-E8A6-E6A3-CDDE-0D34624BC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DA5CCF1-D3BC-3147-9D06-B4FF46113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E220304F-0184-A299-6E6D-272DF69AA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53AD00-B8E2-B5BF-3E01-55C12C8CA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047452"/>
              </p:ext>
            </p:extLst>
          </p:nvPr>
        </p:nvGraphicFramePr>
        <p:xfrm>
          <a:off x="4274042" y="1402616"/>
          <a:ext cx="4889491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400">
                  <a:extLst>
                    <a:ext uri="{9D8B030D-6E8A-4147-A177-3AD203B41FA5}">
                      <a16:colId xmlns:a16="http://schemas.microsoft.com/office/drawing/2014/main" val="1384483976"/>
                    </a:ext>
                  </a:extLst>
                </a:gridCol>
                <a:gridCol w="850896">
                  <a:extLst>
                    <a:ext uri="{9D8B030D-6E8A-4147-A177-3AD203B41FA5}">
                      <a16:colId xmlns:a16="http://schemas.microsoft.com/office/drawing/2014/main" val="434803937"/>
                    </a:ext>
                  </a:extLst>
                </a:gridCol>
                <a:gridCol w="953004">
                  <a:extLst>
                    <a:ext uri="{9D8B030D-6E8A-4147-A177-3AD203B41FA5}">
                      <a16:colId xmlns:a16="http://schemas.microsoft.com/office/drawing/2014/main" val="2267334426"/>
                    </a:ext>
                  </a:extLst>
                </a:gridCol>
                <a:gridCol w="1010591">
                  <a:extLst>
                    <a:ext uri="{9D8B030D-6E8A-4147-A177-3AD203B41FA5}">
                      <a16:colId xmlns:a16="http://schemas.microsoft.com/office/drawing/2014/main" val="116675229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176275550"/>
                    </a:ext>
                  </a:extLst>
                </a:gridCol>
              </a:tblGrid>
              <a:tr h="214850"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PROG1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72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B410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71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592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B440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20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+LDT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#4096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75101000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602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E32019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974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JEQ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332FFA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00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04755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2E479EC-9840-31B8-205C-2B17532CFB51}"/>
              </a:ext>
            </a:extLst>
          </p:cNvPr>
          <p:cNvSpPr txBox="1"/>
          <p:nvPr/>
        </p:nvSpPr>
        <p:spPr>
          <a:xfrm>
            <a:off x="4039673" y="0"/>
            <a:ext cx="8153396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H</a:t>
            </a:r>
            <a:r>
              <a:rPr lang="en-US" sz="2000" dirty="0">
                <a:solidFill>
                  <a:srgbClr val="FF0000"/>
                </a:solidFill>
              </a:rPr>
              <a:t>PROG1X</a:t>
            </a:r>
            <a:r>
              <a:rPr lang="en-US" sz="2000" dirty="0">
                <a:solidFill>
                  <a:srgbClr val="00B0F0"/>
                </a:solidFill>
              </a:rPr>
              <a:t>001000</a:t>
            </a:r>
            <a:r>
              <a:rPr lang="en-US" sz="2000" dirty="0"/>
              <a:t>00001D</a:t>
            </a:r>
          </a:p>
          <a:p>
            <a:r>
              <a:rPr lang="en-US" sz="2000" dirty="0"/>
              <a:t>T</a:t>
            </a:r>
            <a:r>
              <a:rPr lang="en-US" sz="2000" dirty="0">
                <a:solidFill>
                  <a:srgbClr val="FF0000"/>
                </a:solidFill>
              </a:rPr>
              <a:t>001000</a:t>
            </a:r>
            <a:r>
              <a:rPr lang="en-US" sz="2000" dirty="0"/>
              <a:t>1D</a:t>
            </a:r>
            <a:r>
              <a:rPr lang="en-US" sz="2000" dirty="0">
                <a:solidFill>
                  <a:srgbClr val="FF0000"/>
                </a:solidFill>
              </a:rPr>
              <a:t>B410</a:t>
            </a:r>
            <a:r>
              <a:rPr lang="en-US" sz="2000" dirty="0">
                <a:solidFill>
                  <a:srgbClr val="00B0F0"/>
                </a:solidFill>
              </a:rPr>
              <a:t>B400</a:t>
            </a:r>
            <a:r>
              <a:rPr lang="en-US" sz="2000" dirty="0">
                <a:solidFill>
                  <a:srgbClr val="FF0000"/>
                </a:solidFill>
              </a:rPr>
              <a:t>B440</a:t>
            </a:r>
            <a:r>
              <a:rPr lang="en-US" sz="2000" dirty="0">
                <a:solidFill>
                  <a:srgbClr val="00B0F0"/>
                </a:solidFill>
              </a:rPr>
              <a:t>75101000</a:t>
            </a:r>
            <a:r>
              <a:rPr lang="en-US" sz="2000" dirty="0">
                <a:solidFill>
                  <a:srgbClr val="FF0000"/>
                </a:solidFill>
              </a:rPr>
              <a:t>E32019</a:t>
            </a:r>
            <a:r>
              <a:rPr lang="en-US" sz="2000" dirty="0">
                <a:solidFill>
                  <a:srgbClr val="00B0F0"/>
                </a:solidFill>
              </a:rPr>
              <a:t>332FFA</a:t>
            </a:r>
            <a:r>
              <a:rPr lang="en-US" sz="2000" dirty="0"/>
              <a:t>DB2013A00433200857C003B850</a:t>
            </a:r>
          </a:p>
          <a:p>
            <a:r>
              <a:rPr lang="en-US" sz="2000" dirty="0"/>
              <a:t>E001000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EE29D2-17F5-9124-DAD2-A85CF26C6541}"/>
              </a:ext>
            </a:extLst>
          </p:cNvPr>
          <p:cNvSpPr txBox="1"/>
          <p:nvPr/>
        </p:nvSpPr>
        <p:spPr>
          <a:xfrm>
            <a:off x="105235" y="760253"/>
            <a:ext cx="391244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Assume that the instruction is format 3 so we are going to take 6 hexadecimal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7th instruction:</a:t>
            </a:r>
          </a:p>
          <a:p>
            <a:r>
              <a:rPr lang="en-US" dirty="0">
                <a:solidFill>
                  <a:schemeClr val="bg1"/>
                </a:solidFill>
              </a:rPr>
              <a:t>DB2013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Since n=1 &amp;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=1, then </a:t>
            </a:r>
            <a:r>
              <a:rPr lang="en-US" b="1" dirty="0">
                <a:solidFill>
                  <a:schemeClr val="bg1"/>
                </a:solidFill>
              </a:rPr>
              <a:t>direct</a:t>
            </a:r>
            <a:endParaRPr lang="en-US" b="1" dirty="0">
              <a:solidFill>
                <a:srgbClr val="FF35C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Since e=0 </a:t>
            </a:r>
            <a:r>
              <a:rPr lang="en-US" b="1" dirty="0">
                <a:solidFill>
                  <a:schemeClr val="bg1"/>
                </a:solidFill>
              </a:rPr>
              <a:t>=&gt; format 3</a:t>
            </a:r>
          </a:p>
          <a:p>
            <a:r>
              <a:rPr lang="en-US" dirty="0">
                <a:solidFill>
                  <a:schemeClr val="bg1"/>
                </a:solidFill>
              </a:rPr>
              <a:t>Since b=0 &amp; p=1, then </a:t>
            </a:r>
            <a:r>
              <a:rPr lang="en-US" b="1" dirty="0">
                <a:solidFill>
                  <a:schemeClr val="bg1"/>
                </a:solidFill>
              </a:rPr>
              <a:t>PC relative</a:t>
            </a:r>
            <a:endParaRPr lang="en-US" b="1" dirty="0">
              <a:solidFill>
                <a:srgbClr val="FF35C1"/>
              </a:solidFill>
            </a:endParaRPr>
          </a:p>
          <a:p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TA= </a:t>
            </a:r>
            <a:r>
              <a:rPr lang="en-US" b="1" dirty="0" err="1">
                <a:solidFill>
                  <a:schemeClr val="bg1"/>
                </a:solidFill>
              </a:rPr>
              <a:t>disp+PC</a:t>
            </a:r>
            <a:r>
              <a:rPr lang="en-US" b="1" dirty="0">
                <a:solidFill>
                  <a:schemeClr val="bg1"/>
                </a:solidFill>
              </a:rPr>
              <a:t> = 013+1013 = 1026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Op code =&gt; return discarded bits</a:t>
            </a:r>
          </a:p>
          <a:p>
            <a:r>
              <a:rPr lang="en-US" b="1" dirty="0">
                <a:solidFill>
                  <a:schemeClr val="bg1"/>
                </a:solidFill>
              </a:rPr>
              <a:t>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	</a:t>
            </a:r>
          </a:p>
          <a:p>
            <a:r>
              <a:rPr lang="en-US" b="1" dirty="0">
                <a:solidFill>
                  <a:schemeClr val="bg1"/>
                </a:solidFill>
              </a:rPr>
              <a:t>       D8 op code =&gt; RD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             RD   Ref1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FC515F-687C-DE1A-5E62-766CFBDE1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413455"/>
              </p:ext>
            </p:extLst>
          </p:nvPr>
        </p:nvGraphicFramePr>
        <p:xfrm>
          <a:off x="327001" y="2187476"/>
          <a:ext cx="333957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824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523455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ni</a:t>
                      </a:r>
                      <a:r>
                        <a:rPr lang="en-US" sz="1600" dirty="0"/>
                        <a:t>  </a:t>
                      </a:r>
                      <a:r>
                        <a:rPr lang="en-US" sz="1600" dirty="0" err="1"/>
                        <a:t>xbpe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Disp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255816">
                <a:tc>
                  <a:txBody>
                    <a:bodyPr/>
                    <a:lstStyle/>
                    <a:p>
                      <a:r>
                        <a:rPr lang="en-US" sz="1600" dirty="0"/>
                        <a:t>1101 10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11 0010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hexa</a:t>
                      </a:r>
                      <a:r>
                        <a:rPr lang="en-US" sz="1600" dirty="0"/>
                        <a:t> (013)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C2B424-4ED7-4B56-524E-BFC64C066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251119"/>
              </p:ext>
            </p:extLst>
          </p:nvPr>
        </p:nvGraphicFramePr>
        <p:xfrm>
          <a:off x="327000" y="4774536"/>
          <a:ext cx="333957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275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342479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ni</a:t>
                      </a:r>
                      <a:r>
                        <a:rPr lang="en-US" sz="1600" dirty="0"/>
                        <a:t>  </a:t>
                      </a:r>
                      <a:r>
                        <a:rPr lang="en-US" sz="1600" dirty="0" err="1"/>
                        <a:t>xbpe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Disp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255816">
                <a:tc>
                  <a:txBody>
                    <a:bodyPr/>
                    <a:lstStyle/>
                    <a:p>
                      <a:r>
                        <a:rPr lang="en-US" sz="1600" dirty="0"/>
                        <a:t>1101 10</a:t>
                      </a:r>
                      <a:r>
                        <a:rPr lang="en-US" sz="1600" dirty="0">
                          <a:solidFill>
                            <a:srgbClr val="FF35C1"/>
                          </a:solidFill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11 0010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hexa</a:t>
                      </a:r>
                      <a:r>
                        <a:rPr lang="en-US" sz="1600" dirty="0"/>
                        <a:t> (013)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DC23F4-E5A1-7935-DE36-2FCD91BC4B1A}"/>
              </a:ext>
            </a:extLst>
          </p:cNvPr>
          <p:cNvGraphicFramePr>
            <a:graphicFrameLocks noGrp="1"/>
          </p:cNvGraphicFramePr>
          <p:nvPr/>
        </p:nvGraphicFramePr>
        <p:xfrm>
          <a:off x="9433166" y="2522756"/>
          <a:ext cx="24892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620683647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693492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Symbol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Address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002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417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752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476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8C457-66A4-8754-CB7F-EE1A80E08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B5E3362F-C366-1BDC-B3D9-0FA9DB043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D8AC55D-1014-1995-2F07-B02495BD4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7A4F62E-517B-FDA0-1772-388C432E7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43A519A-E297-A6DD-A174-89E59D4B7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BD3A9179-11E9-1EE9-B637-37D997E90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A47354-B5B2-E731-4DF5-6B4E3BEEC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992001"/>
              </p:ext>
            </p:extLst>
          </p:nvPr>
        </p:nvGraphicFramePr>
        <p:xfrm>
          <a:off x="4274042" y="1402616"/>
          <a:ext cx="488949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400">
                  <a:extLst>
                    <a:ext uri="{9D8B030D-6E8A-4147-A177-3AD203B41FA5}">
                      <a16:colId xmlns:a16="http://schemas.microsoft.com/office/drawing/2014/main" val="1384483976"/>
                    </a:ext>
                  </a:extLst>
                </a:gridCol>
                <a:gridCol w="850896">
                  <a:extLst>
                    <a:ext uri="{9D8B030D-6E8A-4147-A177-3AD203B41FA5}">
                      <a16:colId xmlns:a16="http://schemas.microsoft.com/office/drawing/2014/main" val="434803937"/>
                    </a:ext>
                  </a:extLst>
                </a:gridCol>
                <a:gridCol w="953004">
                  <a:extLst>
                    <a:ext uri="{9D8B030D-6E8A-4147-A177-3AD203B41FA5}">
                      <a16:colId xmlns:a16="http://schemas.microsoft.com/office/drawing/2014/main" val="2267334426"/>
                    </a:ext>
                  </a:extLst>
                </a:gridCol>
                <a:gridCol w="1010591">
                  <a:extLst>
                    <a:ext uri="{9D8B030D-6E8A-4147-A177-3AD203B41FA5}">
                      <a16:colId xmlns:a16="http://schemas.microsoft.com/office/drawing/2014/main" val="116675229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176275550"/>
                    </a:ext>
                  </a:extLst>
                </a:gridCol>
              </a:tblGrid>
              <a:tr h="214850"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PROG1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72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B410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71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592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B440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20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+LDT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#4096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75101000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602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E32019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974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JEQ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332FFA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00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DB2013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047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4296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F6A3532-0E9A-78E5-5529-04B14A4F5118}"/>
              </a:ext>
            </a:extLst>
          </p:cNvPr>
          <p:cNvSpPr txBox="1"/>
          <p:nvPr/>
        </p:nvSpPr>
        <p:spPr>
          <a:xfrm>
            <a:off x="4039673" y="0"/>
            <a:ext cx="8153396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H</a:t>
            </a:r>
            <a:r>
              <a:rPr lang="en-US" sz="2000" dirty="0">
                <a:solidFill>
                  <a:srgbClr val="FF0000"/>
                </a:solidFill>
              </a:rPr>
              <a:t>PROG1X</a:t>
            </a:r>
            <a:r>
              <a:rPr lang="en-US" sz="2000" dirty="0">
                <a:solidFill>
                  <a:srgbClr val="00B0F0"/>
                </a:solidFill>
              </a:rPr>
              <a:t>001000</a:t>
            </a:r>
            <a:r>
              <a:rPr lang="en-US" sz="2000" dirty="0"/>
              <a:t>00001D</a:t>
            </a:r>
          </a:p>
          <a:p>
            <a:r>
              <a:rPr lang="en-US" sz="2000" dirty="0"/>
              <a:t>T</a:t>
            </a:r>
            <a:r>
              <a:rPr lang="en-US" sz="2000" dirty="0">
                <a:solidFill>
                  <a:srgbClr val="FF0000"/>
                </a:solidFill>
              </a:rPr>
              <a:t>001000</a:t>
            </a:r>
            <a:r>
              <a:rPr lang="en-US" sz="2000" dirty="0"/>
              <a:t>1D</a:t>
            </a:r>
            <a:r>
              <a:rPr lang="en-US" sz="2000" dirty="0">
                <a:solidFill>
                  <a:srgbClr val="FF0000"/>
                </a:solidFill>
              </a:rPr>
              <a:t>B410</a:t>
            </a:r>
            <a:r>
              <a:rPr lang="en-US" sz="2000" dirty="0">
                <a:solidFill>
                  <a:srgbClr val="00B0F0"/>
                </a:solidFill>
              </a:rPr>
              <a:t>B400</a:t>
            </a:r>
            <a:r>
              <a:rPr lang="en-US" sz="2000" dirty="0">
                <a:solidFill>
                  <a:srgbClr val="FF0000"/>
                </a:solidFill>
              </a:rPr>
              <a:t>B440</a:t>
            </a:r>
            <a:r>
              <a:rPr lang="en-US" sz="2000" dirty="0">
                <a:solidFill>
                  <a:srgbClr val="00B0F0"/>
                </a:solidFill>
              </a:rPr>
              <a:t>75101000</a:t>
            </a:r>
            <a:r>
              <a:rPr lang="en-US" sz="2000" dirty="0">
                <a:solidFill>
                  <a:srgbClr val="FF0000"/>
                </a:solidFill>
              </a:rPr>
              <a:t>E32019</a:t>
            </a:r>
            <a:r>
              <a:rPr lang="en-US" sz="2000" dirty="0">
                <a:solidFill>
                  <a:srgbClr val="00B0F0"/>
                </a:solidFill>
              </a:rPr>
              <a:t>332FFA</a:t>
            </a:r>
            <a:r>
              <a:rPr lang="en-US" sz="2000" dirty="0">
                <a:solidFill>
                  <a:srgbClr val="FF0000"/>
                </a:solidFill>
              </a:rPr>
              <a:t>DB2013</a:t>
            </a:r>
            <a:r>
              <a:rPr lang="en-US" sz="2000" dirty="0"/>
              <a:t>A00433200857C003B850</a:t>
            </a:r>
          </a:p>
          <a:p>
            <a:r>
              <a:rPr lang="en-US" sz="2000" dirty="0"/>
              <a:t>E001000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BFEE65-5B40-C101-88E1-CE1814235705}"/>
              </a:ext>
            </a:extLst>
          </p:cNvPr>
          <p:cNvSpPr txBox="1"/>
          <p:nvPr/>
        </p:nvSpPr>
        <p:spPr>
          <a:xfrm>
            <a:off x="105235" y="760253"/>
            <a:ext cx="391244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Assume that the instruction is format 3 so we are going to take 6 hexadecimal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8th instruction:</a:t>
            </a:r>
          </a:p>
          <a:p>
            <a:r>
              <a:rPr lang="en-US" dirty="0">
                <a:solidFill>
                  <a:schemeClr val="bg1"/>
                </a:solidFill>
              </a:rPr>
              <a:t>A00433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Since n=0 &amp;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=0, then the instruction is neither format 3 nor format 4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A0 op code =&gt; COMPR (format 2)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8th instruction:</a:t>
            </a:r>
          </a:p>
          <a:p>
            <a:r>
              <a:rPr lang="en-US" dirty="0">
                <a:solidFill>
                  <a:schemeClr val="bg1"/>
                </a:solidFill>
              </a:rPr>
              <a:t>A004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 </a:t>
            </a:r>
          </a:p>
          <a:p>
            <a:r>
              <a:rPr lang="en-US" b="1" dirty="0">
                <a:solidFill>
                  <a:schemeClr val="bg1"/>
                </a:solidFill>
              </a:rPr>
              <a:t>       COMPR             A        ,       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A07285-9D76-53AC-8597-F7F64230A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48749"/>
              </p:ext>
            </p:extLst>
          </p:nvPr>
        </p:nvGraphicFramePr>
        <p:xfrm>
          <a:off x="327001" y="2187476"/>
          <a:ext cx="333957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824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523455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ni</a:t>
                      </a:r>
                      <a:r>
                        <a:rPr lang="en-US" sz="1600" dirty="0"/>
                        <a:t>  </a:t>
                      </a:r>
                      <a:r>
                        <a:rPr lang="en-US" sz="1600" dirty="0" err="1"/>
                        <a:t>xbpe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Disp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255816">
                <a:tc>
                  <a:txBody>
                    <a:bodyPr/>
                    <a:lstStyle/>
                    <a:p>
                      <a:r>
                        <a:rPr lang="en-US" sz="1600" dirty="0"/>
                        <a:t>1010 00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AD71FE-57D6-2527-A6B1-FDF1DE6E3F19}"/>
              </a:ext>
            </a:extLst>
          </p:cNvPr>
          <p:cNvGraphicFramePr>
            <a:graphicFrameLocks noGrp="1"/>
          </p:cNvGraphicFramePr>
          <p:nvPr/>
        </p:nvGraphicFramePr>
        <p:xfrm>
          <a:off x="9433166" y="2522756"/>
          <a:ext cx="24892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620683647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693492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Symbol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Address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002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417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75263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D5EC396-1766-4B66-47E4-FEEA69EB8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343399"/>
              </p:ext>
            </p:extLst>
          </p:nvPr>
        </p:nvGraphicFramePr>
        <p:xfrm>
          <a:off x="301605" y="4735096"/>
          <a:ext cx="337747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826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1125826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125826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317692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317692">
                <a:tc>
                  <a:txBody>
                    <a:bodyPr/>
                    <a:lstStyle/>
                    <a:p>
                      <a:r>
                        <a:rPr lang="en-US" sz="1600" dirty="0"/>
                        <a:t>1010 000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3264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845526-9EBD-F37B-B277-9C14F288A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4D8249A9-4961-1900-7BD1-1ECE7BC11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6B7BFC4-DAAF-00B0-78C1-140EE9C47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6F7B69A-A286-B0DC-6712-E673EB866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24A9915-B59D-788C-F4F4-9FD92B4B2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E04786A0-8899-6E49-7CD3-F5C1C7287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915888-9487-242D-D759-C441F0345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046550"/>
              </p:ext>
            </p:extLst>
          </p:nvPr>
        </p:nvGraphicFramePr>
        <p:xfrm>
          <a:off x="4274042" y="1402616"/>
          <a:ext cx="4889491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400">
                  <a:extLst>
                    <a:ext uri="{9D8B030D-6E8A-4147-A177-3AD203B41FA5}">
                      <a16:colId xmlns:a16="http://schemas.microsoft.com/office/drawing/2014/main" val="1384483976"/>
                    </a:ext>
                  </a:extLst>
                </a:gridCol>
                <a:gridCol w="850896">
                  <a:extLst>
                    <a:ext uri="{9D8B030D-6E8A-4147-A177-3AD203B41FA5}">
                      <a16:colId xmlns:a16="http://schemas.microsoft.com/office/drawing/2014/main" val="434803937"/>
                    </a:ext>
                  </a:extLst>
                </a:gridCol>
                <a:gridCol w="953004">
                  <a:extLst>
                    <a:ext uri="{9D8B030D-6E8A-4147-A177-3AD203B41FA5}">
                      <a16:colId xmlns:a16="http://schemas.microsoft.com/office/drawing/2014/main" val="2267334426"/>
                    </a:ext>
                  </a:extLst>
                </a:gridCol>
                <a:gridCol w="1010591">
                  <a:extLst>
                    <a:ext uri="{9D8B030D-6E8A-4147-A177-3AD203B41FA5}">
                      <a16:colId xmlns:a16="http://schemas.microsoft.com/office/drawing/2014/main" val="116675229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176275550"/>
                    </a:ext>
                  </a:extLst>
                </a:gridCol>
              </a:tblGrid>
              <a:tr h="214850"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PROG1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72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B410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71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592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B440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20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+LDT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#4096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75101000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602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E32019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974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JEQ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332FFA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00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DB2013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047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COMPR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A,S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A004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42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1564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FA5E2BD-FB72-8159-D2ED-627CFD235FCD}"/>
              </a:ext>
            </a:extLst>
          </p:cNvPr>
          <p:cNvSpPr txBox="1"/>
          <p:nvPr/>
        </p:nvSpPr>
        <p:spPr>
          <a:xfrm>
            <a:off x="4039673" y="0"/>
            <a:ext cx="8153396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H</a:t>
            </a:r>
            <a:r>
              <a:rPr lang="en-US" sz="2000" dirty="0">
                <a:solidFill>
                  <a:srgbClr val="FF0000"/>
                </a:solidFill>
              </a:rPr>
              <a:t>PROG1X</a:t>
            </a:r>
            <a:r>
              <a:rPr lang="en-US" sz="2000" dirty="0">
                <a:solidFill>
                  <a:srgbClr val="00B0F0"/>
                </a:solidFill>
              </a:rPr>
              <a:t>001000</a:t>
            </a:r>
            <a:r>
              <a:rPr lang="en-US" sz="2000" dirty="0"/>
              <a:t>00001D</a:t>
            </a:r>
          </a:p>
          <a:p>
            <a:r>
              <a:rPr lang="en-US" sz="2000" dirty="0"/>
              <a:t>T</a:t>
            </a:r>
            <a:r>
              <a:rPr lang="en-US" sz="2000" dirty="0">
                <a:solidFill>
                  <a:srgbClr val="FF0000"/>
                </a:solidFill>
              </a:rPr>
              <a:t>001000</a:t>
            </a:r>
            <a:r>
              <a:rPr lang="en-US" sz="2000" dirty="0"/>
              <a:t>1D</a:t>
            </a:r>
            <a:r>
              <a:rPr lang="en-US" sz="2000" dirty="0">
                <a:solidFill>
                  <a:srgbClr val="FF0000"/>
                </a:solidFill>
              </a:rPr>
              <a:t>B410</a:t>
            </a:r>
            <a:r>
              <a:rPr lang="en-US" sz="2000" dirty="0">
                <a:solidFill>
                  <a:srgbClr val="00B0F0"/>
                </a:solidFill>
              </a:rPr>
              <a:t>B400</a:t>
            </a:r>
            <a:r>
              <a:rPr lang="en-US" sz="2000" dirty="0">
                <a:solidFill>
                  <a:srgbClr val="FF0000"/>
                </a:solidFill>
              </a:rPr>
              <a:t>B440</a:t>
            </a:r>
            <a:r>
              <a:rPr lang="en-US" sz="2000" dirty="0">
                <a:solidFill>
                  <a:srgbClr val="00B0F0"/>
                </a:solidFill>
              </a:rPr>
              <a:t>75101000</a:t>
            </a:r>
            <a:r>
              <a:rPr lang="en-US" sz="2000" dirty="0">
                <a:solidFill>
                  <a:srgbClr val="FF0000"/>
                </a:solidFill>
              </a:rPr>
              <a:t>E32019</a:t>
            </a:r>
            <a:r>
              <a:rPr lang="en-US" sz="2000" dirty="0">
                <a:solidFill>
                  <a:srgbClr val="00B0F0"/>
                </a:solidFill>
              </a:rPr>
              <a:t>332FFA</a:t>
            </a:r>
            <a:r>
              <a:rPr lang="en-US" sz="2000" dirty="0">
                <a:solidFill>
                  <a:srgbClr val="FF0000"/>
                </a:solidFill>
              </a:rPr>
              <a:t>DB2013</a:t>
            </a:r>
            <a:r>
              <a:rPr lang="en-US" sz="2000" dirty="0">
                <a:solidFill>
                  <a:srgbClr val="00B0F0"/>
                </a:solidFill>
              </a:rPr>
              <a:t>A004</a:t>
            </a:r>
            <a:r>
              <a:rPr lang="en-US" sz="2000" dirty="0"/>
              <a:t>33200857C003B850</a:t>
            </a:r>
          </a:p>
          <a:p>
            <a:r>
              <a:rPr lang="en-US" sz="2000" dirty="0"/>
              <a:t>E001000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9AA166-95C3-1486-D9E7-7157AF4EF174}"/>
              </a:ext>
            </a:extLst>
          </p:cNvPr>
          <p:cNvSpPr txBox="1"/>
          <p:nvPr/>
        </p:nvSpPr>
        <p:spPr>
          <a:xfrm>
            <a:off x="105235" y="760253"/>
            <a:ext cx="391244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Assume that the instruction is format 3 so we are going to take 6 hexadecimal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9th instruction:</a:t>
            </a:r>
          </a:p>
          <a:p>
            <a:r>
              <a:rPr lang="en-US" dirty="0">
                <a:solidFill>
                  <a:schemeClr val="bg1"/>
                </a:solidFill>
              </a:rPr>
              <a:t>332008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Since n=1 &amp;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=1, then </a:t>
            </a:r>
            <a:r>
              <a:rPr lang="en-US" b="1" dirty="0">
                <a:solidFill>
                  <a:schemeClr val="bg1"/>
                </a:solidFill>
              </a:rPr>
              <a:t>direct</a:t>
            </a:r>
            <a:endParaRPr lang="en-US" b="1" dirty="0">
              <a:solidFill>
                <a:srgbClr val="FF35C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Since e=0 </a:t>
            </a:r>
            <a:r>
              <a:rPr lang="en-US" b="1" dirty="0">
                <a:solidFill>
                  <a:schemeClr val="bg1"/>
                </a:solidFill>
              </a:rPr>
              <a:t>=&gt; format 3</a:t>
            </a:r>
          </a:p>
          <a:p>
            <a:r>
              <a:rPr lang="en-US" dirty="0">
                <a:solidFill>
                  <a:schemeClr val="bg1"/>
                </a:solidFill>
              </a:rPr>
              <a:t>Since b=0 &amp; p=1, then </a:t>
            </a:r>
            <a:r>
              <a:rPr lang="en-US" b="1" dirty="0">
                <a:solidFill>
                  <a:schemeClr val="bg1"/>
                </a:solidFill>
              </a:rPr>
              <a:t>PC relative</a:t>
            </a:r>
            <a:endParaRPr lang="en-US" b="1" dirty="0">
              <a:solidFill>
                <a:srgbClr val="FF35C1"/>
              </a:solidFill>
            </a:endParaRPr>
          </a:p>
          <a:p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TA= </a:t>
            </a:r>
            <a:r>
              <a:rPr lang="en-US" b="1" dirty="0" err="1">
                <a:solidFill>
                  <a:schemeClr val="bg1"/>
                </a:solidFill>
              </a:rPr>
              <a:t>disp+PC</a:t>
            </a:r>
            <a:r>
              <a:rPr lang="en-US" b="1" dirty="0">
                <a:solidFill>
                  <a:schemeClr val="bg1"/>
                </a:solidFill>
              </a:rPr>
              <a:t> = 008+1018 = 1020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Op code =&gt; return discarded bits</a:t>
            </a:r>
          </a:p>
          <a:p>
            <a:r>
              <a:rPr lang="en-US" b="1" dirty="0">
                <a:solidFill>
                  <a:schemeClr val="bg1"/>
                </a:solidFill>
              </a:rPr>
              <a:t>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	</a:t>
            </a:r>
          </a:p>
          <a:p>
            <a:r>
              <a:rPr lang="en-US" b="1" dirty="0">
                <a:solidFill>
                  <a:schemeClr val="bg1"/>
                </a:solidFill>
              </a:rPr>
              <a:t>       30 op code =&gt; JEQ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             JEQ   Ref3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06C62F-F88D-524A-1E56-E5CF37879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964147"/>
              </p:ext>
            </p:extLst>
          </p:nvPr>
        </p:nvGraphicFramePr>
        <p:xfrm>
          <a:off x="327001" y="2187476"/>
          <a:ext cx="333957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824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523455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ni</a:t>
                      </a:r>
                      <a:r>
                        <a:rPr lang="en-US" sz="1600" dirty="0"/>
                        <a:t>  </a:t>
                      </a:r>
                      <a:r>
                        <a:rPr lang="en-US" sz="1600" dirty="0" err="1"/>
                        <a:t>xbpe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Disp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255816">
                <a:tc>
                  <a:txBody>
                    <a:bodyPr/>
                    <a:lstStyle/>
                    <a:p>
                      <a:r>
                        <a:rPr lang="en-US" sz="1600" dirty="0"/>
                        <a:t>0011 00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11 0010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hexa</a:t>
                      </a:r>
                      <a:r>
                        <a:rPr lang="en-US" sz="1600" dirty="0"/>
                        <a:t> (008)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0EA22E-AD7C-0348-18F0-BB8325960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271745"/>
              </p:ext>
            </p:extLst>
          </p:nvPr>
        </p:nvGraphicFramePr>
        <p:xfrm>
          <a:off x="9433166" y="2522756"/>
          <a:ext cx="24892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620683647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693492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Symbol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Address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002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417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752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Ref3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1020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35674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0CCCD7D-B540-8BF0-F2B1-4CD26D9EB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138033"/>
              </p:ext>
            </p:extLst>
          </p:nvPr>
        </p:nvGraphicFramePr>
        <p:xfrm>
          <a:off x="327000" y="4774536"/>
          <a:ext cx="333957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275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342479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ni</a:t>
                      </a:r>
                      <a:r>
                        <a:rPr lang="en-US" sz="1600" dirty="0"/>
                        <a:t>  </a:t>
                      </a:r>
                      <a:r>
                        <a:rPr lang="en-US" sz="1600" dirty="0" err="1"/>
                        <a:t>xbpe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Disp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255816">
                <a:tc>
                  <a:txBody>
                    <a:bodyPr/>
                    <a:lstStyle/>
                    <a:p>
                      <a:r>
                        <a:rPr lang="en-US" sz="1600" dirty="0"/>
                        <a:t>0011 00</a:t>
                      </a:r>
                      <a:r>
                        <a:rPr lang="en-US" sz="1600" dirty="0">
                          <a:solidFill>
                            <a:srgbClr val="FF35C1"/>
                          </a:solidFill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11 0010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hexa</a:t>
                      </a:r>
                      <a:r>
                        <a:rPr lang="en-US" sz="1600" dirty="0"/>
                        <a:t> (008)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559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69361-2D91-AA3E-4667-CDC7434E0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9D02FEE0-3910-7EC6-6885-F0BF36AC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404E2CF-9C79-140A-DBE5-B1D697116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989090A-7404-AB00-21C8-135F1533D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8408EE5-B33B-26A6-1913-ACA49C5D5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129630F1-277F-68DA-5FB9-521457E38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5BD5EB-E80C-B68D-031F-7A2CA4511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008563"/>
              </p:ext>
            </p:extLst>
          </p:nvPr>
        </p:nvGraphicFramePr>
        <p:xfrm>
          <a:off x="4274042" y="1402616"/>
          <a:ext cx="4889491" cy="407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400">
                  <a:extLst>
                    <a:ext uri="{9D8B030D-6E8A-4147-A177-3AD203B41FA5}">
                      <a16:colId xmlns:a16="http://schemas.microsoft.com/office/drawing/2014/main" val="1384483976"/>
                    </a:ext>
                  </a:extLst>
                </a:gridCol>
                <a:gridCol w="850896">
                  <a:extLst>
                    <a:ext uri="{9D8B030D-6E8A-4147-A177-3AD203B41FA5}">
                      <a16:colId xmlns:a16="http://schemas.microsoft.com/office/drawing/2014/main" val="434803937"/>
                    </a:ext>
                  </a:extLst>
                </a:gridCol>
                <a:gridCol w="953004">
                  <a:extLst>
                    <a:ext uri="{9D8B030D-6E8A-4147-A177-3AD203B41FA5}">
                      <a16:colId xmlns:a16="http://schemas.microsoft.com/office/drawing/2014/main" val="2267334426"/>
                    </a:ext>
                  </a:extLst>
                </a:gridCol>
                <a:gridCol w="1010591">
                  <a:extLst>
                    <a:ext uri="{9D8B030D-6E8A-4147-A177-3AD203B41FA5}">
                      <a16:colId xmlns:a16="http://schemas.microsoft.com/office/drawing/2014/main" val="116675229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176275550"/>
                    </a:ext>
                  </a:extLst>
                </a:gridCol>
              </a:tblGrid>
              <a:tr h="214850"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PROG1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72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B410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71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592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B440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20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+LDT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#4096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75101000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602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E32019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974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JEQ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332FFA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00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DB2013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047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COMPR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A,S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A004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42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JEQ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332008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15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51958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254A01D-8BE8-5917-17EF-0F55B801936B}"/>
              </a:ext>
            </a:extLst>
          </p:cNvPr>
          <p:cNvSpPr txBox="1"/>
          <p:nvPr/>
        </p:nvSpPr>
        <p:spPr>
          <a:xfrm>
            <a:off x="4039673" y="0"/>
            <a:ext cx="8153396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H</a:t>
            </a:r>
            <a:r>
              <a:rPr lang="en-US" sz="2000" dirty="0">
                <a:solidFill>
                  <a:srgbClr val="FF0000"/>
                </a:solidFill>
              </a:rPr>
              <a:t>PROG1X</a:t>
            </a:r>
            <a:r>
              <a:rPr lang="en-US" sz="2000" dirty="0">
                <a:solidFill>
                  <a:srgbClr val="00B0F0"/>
                </a:solidFill>
              </a:rPr>
              <a:t>001000</a:t>
            </a:r>
            <a:r>
              <a:rPr lang="en-US" sz="2000" dirty="0"/>
              <a:t>00001D</a:t>
            </a:r>
          </a:p>
          <a:p>
            <a:r>
              <a:rPr lang="en-US" sz="2000" dirty="0"/>
              <a:t>T</a:t>
            </a:r>
            <a:r>
              <a:rPr lang="en-US" sz="2000" dirty="0">
                <a:solidFill>
                  <a:srgbClr val="FF0000"/>
                </a:solidFill>
              </a:rPr>
              <a:t>001000</a:t>
            </a:r>
            <a:r>
              <a:rPr lang="en-US" sz="2000" dirty="0"/>
              <a:t>1D</a:t>
            </a:r>
            <a:r>
              <a:rPr lang="en-US" sz="2000" dirty="0">
                <a:solidFill>
                  <a:srgbClr val="FF0000"/>
                </a:solidFill>
              </a:rPr>
              <a:t>B410</a:t>
            </a:r>
            <a:r>
              <a:rPr lang="en-US" sz="2000" dirty="0">
                <a:solidFill>
                  <a:srgbClr val="00B0F0"/>
                </a:solidFill>
              </a:rPr>
              <a:t>B400</a:t>
            </a:r>
            <a:r>
              <a:rPr lang="en-US" sz="2000" dirty="0">
                <a:solidFill>
                  <a:srgbClr val="FF0000"/>
                </a:solidFill>
              </a:rPr>
              <a:t>B440</a:t>
            </a:r>
            <a:r>
              <a:rPr lang="en-US" sz="2000" dirty="0">
                <a:solidFill>
                  <a:srgbClr val="00B0F0"/>
                </a:solidFill>
              </a:rPr>
              <a:t>75101000</a:t>
            </a:r>
            <a:r>
              <a:rPr lang="en-US" sz="2000" dirty="0">
                <a:solidFill>
                  <a:srgbClr val="FF0000"/>
                </a:solidFill>
              </a:rPr>
              <a:t>E32019</a:t>
            </a:r>
            <a:r>
              <a:rPr lang="en-US" sz="2000" dirty="0">
                <a:solidFill>
                  <a:srgbClr val="00B0F0"/>
                </a:solidFill>
              </a:rPr>
              <a:t>332FFA</a:t>
            </a:r>
            <a:r>
              <a:rPr lang="en-US" sz="2000" dirty="0">
                <a:solidFill>
                  <a:srgbClr val="FF0000"/>
                </a:solidFill>
              </a:rPr>
              <a:t>DB2013</a:t>
            </a:r>
            <a:r>
              <a:rPr lang="en-US" sz="2000" dirty="0">
                <a:solidFill>
                  <a:srgbClr val="00B0F0"/>
                </a:solidFill>
              </a:rPr>
              <a:t>A004</a:t>
            </a:r>
            <a:r>
              <a:rPr lang="en-US" sz="2000" dirty="0">
                <a:solidFill>
                  <a:srgbClr val="FF0000"/>
                </a:solidFill>
              </a:rPr>
              <a:t>332008</a:t>
            </a:r>
            <a:r>
              <a:rPr lang="en-US" sz="2000" dirty="0"/>
              <a:t>57C003B850</a:t>
            </a:r>
          </a:p>
          <a:p>
            <a:r>
              <a:rPr lang="en-US" sz="2000" dirty="0"/>
              <a:t>E001000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4507F-239F-CE6D-0599-DC124B7AF10F}"/>
              </a:ext>
            </a:extLst>
          </p:cNvPr>
          <p:cNvSpPr txBox="1"/>
          <p:nvPr/>
        </p:nvSpPr>
        <p:spPr>
          <a:xfrm>
            <a:off x="105235" y="760253"/>
            <a:ext cx="391244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Assume that the instruction is format 3 so we are going to take 6 hexadecimal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10th instruction:</a:t>
            </a:r>
          </a:p>
          <a:p>
            <a:r>
              <a:rPr lang="en-US" dirty="0">
                <a:solidFill>
                  <a:schemeClr val="bg1"/>
                </a:solidFill>
              </a:rPr>
              <a:t>57C003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Since n=1 &amp;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=1, then </a:t>
            </a:r>
            <a:r>
              <a:rPr lang="en-US" b="1" dirty="0">
                <a:solidFill>
                  <a:schemeClr val="bg1"/>
                </a:solidFill>
              </a:rPr>
              <a:t>direct</a:t>
            </a:r>
            <a:endParaRPr lang="en-US" b="1" dirty="0">
              <a:solidFill>
                <a:srgbClr val="FF35C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Since e=0 </a:t>
            </a:r>
            <a:r>
              <a:rPr lang="en-US" b="1" dirty="0">
                <a:solidFill>
                  <a:schemeClr val="bg1"/>
                </a:solidFill>
              </a:rPr>
              <a:t>=&gt; format 3</a:t>
            </a:r>
          </a:p>
          <a:p>
            <a:r>
              <a:rPr lang="en-US" dirty="0">
                <a:solidFill>
                  <a:schemeClr val="bg1"/>
                </a:solidFill>
              </a:rPr>
              <a:t>Since x=1 </a:t>
            </a:r>
            <a:r>
              <a:rPr lang="en-US" b="1" dirty="0">
                <a:solidFill>
                  <a:schemeClr val="bg1"/>
                </a:solidFill>
              </a:rPr>
              <a:t>=&gt; indexed </a:t>
            </a:r>
            <a:r>
              <a:rPr lang="en-US" b="1" dirty="0">
                <a:solidFill>
                  <a:srgbClr val="FF35C1"/>
                </a:solidFill>
              </a:rPr>
              <a:t>,X</a:t>
            </a:r>
          </a:p>
          <a:p>
            <a:r>
              <a:rPr lang="en-US" dirty="0">
                <a:solidFill>
                  <a:schemeClr val="bg1"/>
                </a:solidFill>
              </a:rPr>
              <a:t>Since b=1 &amp; p=0, then </a:t>
            </a:r>
            <a:r>
              <a:rPr lang="en-US" b="1" dirty="0">
                <a:solidFill>
                  <a:schemeClr val="bg1"/>
                </a:solidFill>
              </a:rPr>
              <a:t>Base relative</a:t>
            </a:r>
            <a:endParaRPr lang="en-US" b="1" dirty="0">
              <a:solidFill>
                <a:srgbClr val="FF35C1"/>
              </a:solidFill>
            </a:endParaRPr>
          </a:p>
          <a:p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TA= </a:t>
            </a:r>
            <a:r>
              <a:rPr lang="en-US" b="1" dirty="0" err="1">
                <a:solidFill>
                  <a:schemeClr val="bg1"/>
                </a:solidFill>
              </a:rPr>
              <a:t>disp+B</a:t>
            </a:r>
            <a:r>
              <a:rPr lang="en-US" b="1" dirty="0">
                <a:solidFill>
                  <a:schemeClr val="bg1"/>
                </a:solidFill>
              </a:rPr>
              <a:t> = 003+101A = 101D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Op code =&gt; return discarded bits</a:t>
            </a:r>
          </a:p>
          <a:p>
            <a:r>
              <a:rPr lang="en-US" b="1" dirty="0">
                <a:solidFill>
                  <a:schemeClr val="bg1"/>
                </a:solidFill>
              </a:rPr>
              <a:t>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	</a:t>
            </a:r>
          </a:p>
          <a:p>
            <a:r>
              <a:rPr lang="en-US" b="1" dirty="0">
                <a:solidFill>
                  <a:schemeClr val="bg1"/>
                </a:solidFill>
              </a:rPr>
              <a:t>       54 op code =&gt; STCH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             STCH   Ref4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E69AA0-9F22-FE02-C1E8-7AD22F240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752759"/>
              </p:ext>
            </p:extLst>
          </p:nvPr>
        </p:nvGraphicFramePr>
        <p:xfrm>
          <a:off x="327001" y="2187476"/>
          <a:ext cx="333957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824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523455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ni</a:t>
                      </a:r>
                      <a:r>
                        <a:rPr lang="en-US" sz="1600" dirty="0"/>
                        <a:t>  </a:t>
                      </a:r>
                      <a:r>
                        <a:rPr lang="en-US" sz="1600" dirty="0" err="1"/>
                        <a:t>xbpe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Disp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255816">
                <a:tc>
                  <a:txBody>
                    <a:bodyPr/>
                    <a:lstStyle/>
                    <a:p>
                      <a:r>
                        <a:rPr lang="en-US" sz="1600" dirty="0"/>
                        <a:t>0101 01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11 1100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hexa</a:t>
                      </a:r>
                      <a:r>
                        <a:rPr lang="en-US" sz="1600" dirty="0"/>
                        <a:t> (003)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DDDF72-9E0C-1528-45F7-C3C434587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953258"/>
              </p:ext>
            </p:extLst>
          </p:nvPr>
        </p:nvGraphicFramePr>
        <p:xfrm>
          <a:off x="9433166" y="2522756"/>
          <a:ext cx="24892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620683647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693492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Symbol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Address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002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417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752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356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Ref4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101D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69452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6FE4BF8-05DF-20C8-37E2-A7FC405AB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581649"/>
              </p:ext>
            </p:extLst>
          </p:nvPr>
        </p:nvGraphicFramePr>
        <p:xfrm>
          <a:off x="327000" y="5015648"/>
          <a:ext cx="333957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275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342479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ni</a:t>
                      </a:r>
                      <a:r>
                        <a:rPr lang="en-US" sz="1600" dirty="0"/>
                        <a:t>  </a:t>
                      </a:r>
                      <a:r>
                        <a:rPr lang="en-US" sz="1600" dirty="0" err="1"/>
                        <a:t>xbpe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Disp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255816">
                <a:tc>
                  <a:txBody>
                    <a:bodyPr/>
                    <a:lstStyle/>
                    <a:p>
                      <a:r>
                        <a:rPr lang="en-US" sz="1600" dirty="0"/>
                        <a:t>0101 01</a:t>
                      </a:r>
                      <a:r>
                        <a:rPr lang="en-US" sz="1600" dirty="0">
                          <a:solidFill>
                            <a:srgbClr val="FF35C1"/>
                          </a:solidFill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11 1100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hexa</a:t>
                      </a:r>
                      <a:r>
                        <a:rPr lang="en-US" sz="1600" dirty="0"/>
                        <a:t> (003)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1168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BA72B1-A239-EDFD-9E00-8ABBD2C4D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5AD65DC3-8116-6B77-28EA-4B4DEE5A4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A51B079-10CF-2380-26BE-DF1200695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8009438-70ED-FC9E-D893-BB2FF2515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8C5EF80-42B3-2E77-0798-4F986C6B2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EA707B6-4268-67AA-AE6C-4C135AE47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2AD55D-20CF-B80D-EA67-FA188F106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238643"/>
              </p:ext>
            </p:extLst>
          </p:nvPr>
        </p:nvGraphicFramePr>
        <p:xfrm>
          <a:off x="4274042" y="1402616"/>
          <a:ext cx="4889491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400">
                  <a:extLst>
                    <a:ext uri="{9D8B030D-6E8A-4147-A177-3AD203B41FA5}">
                      <a16:colId xmlns:a16="http://schemas.microsoft.com/office/drawing/2014/main" val="1384483976"/>
                    </a:ext>
                  </a:extLst>
                </a:gridCol>
                <a:gridCol w="850896">
                  <a:extLst>
                    <a:ext uri="{9D8B030D-6E8A-4147-A177-3AD203B41FA5}">
                      <a16:colId xmlns:a16="http://schemas.microsoft.com/office/drawing/2014/main" val="434803937"/>
                    </a:ext>
                  </a:extLst>
                </a:gridCol>
                <a:gridCol w="953004">
                  <a:extLst>
                    <a:ext uri="{9D8B030D-6E8A-4147-A177-3AD203B41FA5}">
                      <a16:colId xmlns:a16="http://schemas.microsoft.com/office/drawing/2014/main" val="2267334426"/>
                    </a:ext>
                  </a:extLst>
                </a:gridCol>
                <a:gridCol w="1010591">
                  <a:extLst>
                    <a:ext uri="{9D8B030D-6E8A-4147-A177-3AD203B41FA5}">
                      <a16:colId xmlns:a16="http://schemas.microsoft.com/office/drawing/2014/main" val="116675229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176275550"/>
                    </a:ext>
                  </a:extLst>
                </a:gridCol>
              </a:tblGrid>
              <a:tr h="214850"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PROG1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72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B410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71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592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B440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20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+LDT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#4096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75101000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602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E32019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974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JEQ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332FFA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00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DB2013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047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COMPR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A,S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A004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42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JEQ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332008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15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STCH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Ref4,X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57C003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519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53244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3FECA1F-E126-BCA2-C416-791B821C65FD}"/>
              </a:ext>
            </a:extLst>
          </p:cNvPr>
          <p:cNvSpPr txBox="1"/>
          <p:nvPr/>
        </p:nvSpPr>
        <p:spPr>
          <a:xfrm>
            <a:off x="4039673" y="0"/>
            <a:ext cx="8153396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H</a:t>
            </a:r>
            <a:r>
              <a:rPr lang="en-US" sz="2000" dirty="0">
                <a:solidFill>
                  <a:srgbClr val="FF0000"/>
                </a:solidFill>
              </a:rPr>
              <a:t>PROG1X</a:t>
            </a:r>
            <a:r>
              <a:rPr lang="en-US" sz="2000" dirty="0">
                <a:solidFill>
                  <a:srgbClr val="00B0F0"/>
                </a:solidFill>
              </a:rPr>
              <a:t>001000</a:t>
            </a:r>
            <a:r>
              <a:rPr lang="en-US" sz="2000" dirty="0"/>
              <a:t>00001D</a:t>
            </a:r>
          </a:p>
          <a:p>
            <a:r>
              <a:rPr lang="en-US" sz="2000" dirty="0"/>
              <a:t>T</a:t>
            </a:r>
            <a:r>
              <a:rPr lang="en-US" sz="2000" dirty="0">
                <a:solidFill>
                  <a:srgbClr val="FF0000"/>
                </a:solidFill>
              </a:rPr>
              <a:t>001000</a:t>
            </a:r>
            <a:r>
              <a:rPr lang="en-US" sz="2000" dirty="0"/>
              <a:t>1D</a:t>
            </a:r>
            <a:r>
              <a:rPr lang="en-US" sz="2000" dirty="0">
                <a:solidFill>
                  <a:srgbClr val="FF0000"/>
                </a:solidFill>
              </a:rPr>
              <a:t>B410</a:t>
            </a:r>
            <a:r>
              <a:rPr lang="en-US" sz="2000" dirty="0">
                <a:solidFill>
                  <a:srgbClr val="00B0F0"/>
                </a:solidFill>
              </a:rPr>
              <a:t>B400</a:t>
            </a:r>
            <a:r>
              <a:rPr lang="en-US" sz="2000" dirty="0">
                <a:solidFill>
                  <a:srgbClr val="FF0000"/>
                </a:solidFill>
              </a:rPr>
              <a:t>B440</a:t>
            </a:r>
            <a:r>
              <a:rPr lang="en-US" sz="2000" dirty="0">
                <a:solidFill>
                  <a:srgbClr val="00B0F0"/>
                </a:solidFill>
              </a:rPr>
              <a:t>75101000</a:t>
            </a:r>
            <a:r>
              <a:rPr lang="en-US" sz="2000" dirty="0">
                <a:solidFill>
                  <a:srgbClr val="FF0000"/>
                </a:solidFill>
              </a:rPr>
              <a:t>E32019</a:t>
            </a:r>
            <a:r>
              <a:rPr lang="en-US" sz="2000" dirty="0">
                <a:solidFill>
                  <a:srgbClr val="00B0F0"/>
                </a:solidFill>
              </a:rPr>
              <a:t>332FFA</a:t>
            </a:r>
            <a:r>
              <a:rPr lang="en-US" sz="2000" dirty="0">
                <a:solidFill>
                  <a:srgbClr val="FF0000"/>
                </a:solidFill>
              </a:rPr>
              <a:t>DB2013</a:t>
            </a:r>
            <a:r>
              <a:rPr lang="en-US" sz="2000" dirty="0">
                <a:solidFill>
                  <a:srgbClr val="00B0F0"/>
                </a:solidFill>
              </a:rPr>
              <a:t>A004</a:t>
            </a:r>
            <a:r>
              <a:rPr lang="en-US" sz="2000" dirty="0">
                <a:solidFill>
                  <a:srgbClr val="FF0000"/>
                </a:solidFill>
              </a:rPr>
              <a:t>332008</a:t>
            </a:r>
            <a:r>
              <a:rPr lang="en-US" sz="2000" dirty="0">
                <a:solidFill>
                  <a:srgbClr val="00B0F0"/>
                </a:solidFill>
              </a:rPr>
              <a:t>57C003</a:t>
            </a:r>
            <a:r>
              <a:rPr lang="en-US" sz="2000" dirty="0"/>
              <a:t>B850</a:t>
            </a:r>
          </a:p>
          <a:p>
            <a:r>
              <a:rPr lang="en-US" sz="2000" dirty="0"/>
              <a:t>E001000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E84E7-CE0A-687F-D524-00779C78D953}"/>
              </a:ext>
            </a:extLst>
          </p:cNvPr>
          <p:cNvSpPr txBox="1"/>
          <p:nvPr/>
        </p:nvSpPr>
        <p:spPr>
          <a:xfrm>
            <a:off x="105235" y="760253"/>
            <a:ext cx="39124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11th instruction:</a:t>
            </a:r>
          </a:p>
          <a:p>
            <a:r>
              <a:rPr lang="en-US" dirty="0">
                <a:solidFill>
                  <a:schemeClr val="bg1"/>
                </a:solidFill>
              </a:rPr>
              <a:t>B850</a:t>
            </a:r>
          </a:p>
          <a:p>
            <a:r>
              <a:rPr lang="en-US" b="1" dirty="0">
                <a:solidFill>
                  <a:schemeClr val="bg1"/>
                </a:solidFill>
              </a:rPr>
              <a:t>B8 op code =&gt; TIXR (format 2)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        TIXR               T      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8716B7-26A0-3B61-41E8-A7B167DA890D}"/>
              </a:ext>
            </a:extLst>
          </p:cNvPr>
          <p:cNvGraphicFramePr>
            <a:graphicFrameLocks noGrp="1"/>
          </p:cNvGraphicFramePr>
          <p:nvPr/>
        </p:nvGraphicFramePr>
        <p:xfrm>
          <a:off x="9433166" y="2522756"/>
          <a:ext cx="24892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620683647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693492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Symbol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Address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002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417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752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356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69452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11D00C2-3A4F-3F31-D737-3A060F32F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425029"/>
              </p:ext>
            </p:extLst>
          </p:nvPr>
        </p:nvGraphicFramePr>
        <p:xfrm>
          <a:off x="269634" y="3093505"/>
          <a:ext cx="337747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826">
                  <a:extLst>
                    <a:ext uri="{9D8B030D-6E8A-4147-A177-3AD203B41FA5}">
                      <a16:colId xmlns:a16="http://schemas.microsoft.com/office/drawing/2014/main" val="4195311803"/>
                    </a:ext>
                  </a:extLst>
                </a:gridCol>
                <a:gridCol w="1125826">
                  <a:extLst>
                    <a:ext uri="{9D8B030D-6E8A-4147-A177-3AD203B41FA5}">
                      <a16:colId xmlns:a16="http://schemas.microsoft.com/office/drawing/2014/main" val="3168201663"/>
                    </a:ext>
                  </a:extLst>
                </a:gridCol>
                <a:gridCol w="1125826">
                  <a:extLst>
                    <a:ext uri="{9D8B030D-6E8A-4147-A177-3AD203B41FA5}">
                      <a16:colId xmlns:a16="http://schemas.microsoft.com/office/drawing/2014/main" val="491273448"/>
                    </a:ext>
                  </a:extLst>
                </a:gridCol>
              </a:tblGrid>
              <a:tr h="317692">
                <a:tc>
                  <a:txBody>
                    <a:bodyPr/>
                    <a:lstStyle/>
                    <a:p>
                      <a:r>
                        <a:rPr lang="en-US" sz="1600" dirty="0"/>
                        <a:t>Op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8311"/>
                  </a:ext>
                </a:extLst>
              </a:tr>
              <a:tr h="317692">
                <a:tc>
                  <a:txBody>
                    <a:bodyPr/>
                    <a:lstStyle/>
                    <a:p>
                      <a:r>
                        <a:rPr lang="en-US" sz="1600" dirty="0"/>
                        <a:t>1011 1000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59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128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2B4790-F528-88D9-4BD9-D9D7AB080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552B3278-A96C-4091-2776-93986F316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8E825E6-46E0-0ACC-978B-71AE9ECD6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0735C2B-4B67-E397-24BD-B83373204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4F95C5C-1E13-427C-219F-B297B88BB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5E2F872-5FA4-5992-DE4E-D07F5FEF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B8A38A-88D2-F548-7A71-B16BC513F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729099"/>
              </p:ext>
            </p:extLst>
          </p:nvPr>
        </p:nvGraphicFramePr>
        <p:xfrm>
          <a:off x="4274042" y="1402616"/>
          <a:ext cx="4889491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400">
                  <a:extLst>
                    <a:ext uri="{9D8B030D-6E8A-4147-A177-3AD203B41FA5}">
                      <a16:colId xmlns:a16="http://schemas.microsoft.com/office/drawing/2014/main" val="1384483976"/>
                    </a:ext>
                  </a:extLst>
                </a:gridCol>
                <a:gridCol w="850896">
                  <a:extLst>
                    <a:ext uri="{9D8B030D-6E8A-4147-A177-3AD203B41FA5}">
                      <a16:colId xmlns:a16="http://schemas.microsoft.com/office/drawing/2014/main" val="434803937"/>
                    </a:ext>
                  </a:extLst>
                </a:gridCol>
                <a:gridCol w="953004">
                  <a:extLst>
                    <a:ext uri="{9D8B030D-6E8A-4147-A177-3AD203B41FA5}">
                      <a16:colId xmlns:a16="http://schemas.microsoft.com/office/drawing/2014/main" val="2267334426"/>
                    </a:ext>
                  </a:extLst>
                </a:gridCol>
                <a:gridCol w="1010591">
                  <a:extLst>
                    <a:ext uri="{9D8B030D-6E8A-4147-A177-3AD203B41FA5}">
                      <a16:colId xmlns:a16="http://schemas.microsoft.com/office/drawing/2014/main" val="116675229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176275550"/>
                    </a:ext>
                  </a:extLst>
                </a:gridCol>
              </a:tblGrid>
              <a:tr h="214850"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PROG1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72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B410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71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592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CLEAR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B440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20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+LDT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#4096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75101000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602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E32019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974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JEQ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332FFA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00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DB2013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047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COMPR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A,S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A004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42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JEQ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332008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15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STCH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Ref4,X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57C003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519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TIXR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B850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532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Ref4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70209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4EFE5AC-275B-F193-C543-F79400D1BDA2}"/>
              </a:ext>
            </a:extLst>
          </p:cNvPr>
          <p:cNvSpPr txBox="1"/>
          <p:nvPr/>
        </p:nvSpPr>
        <p:spPr>
          <a:xfrm>
            <a:off x="4039673" y="0"/>
            <a:ext cx="8153396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H</a:t>
            </a:r>
            <a:r>
              <a:rPr lang="en-US" sz="2000" dirty="0">
                <a:solidFill>
                  <a:srgbClr val="FF0000"/>
                </a:solidFill>
              </a:rPr>
              <a:t>PROG1X</a:t>
            </a:r>
            <a:r>
              <a:rPr lang="en-US" sz="2000" dirty="0">
                <a:solidFill>
                  <a:srgbClr val="00B0F0"/>
                </a:solidFill>
              </a:rPr>
              <a:t>001000</a:t>
            </a:r>
            <a:r>
              <a:rPr lang="en-US" sz="2000" dirty="0"/>
              <a:t>00001D</a:t>
            </a:r>
          </a:p>
          <a:p>
            <a:r>
              <a:rPr lang="en-US" sz="2000" dirty="0"/>
              <a:t>T</a:t>
            </a:r>
            <a:r>
              <a:rPr lang="en-US" sz="2000" dirty="0">
                <a:solidFill>
                  <a:srgbClr val="FF0000"/>
                </a:solidFill>
              </a:rPr>
              <a:t>001000</a:t>
            </a:r>
            <a:r>
              <a:rPr lang="en-US" sz="2000" dirty="0"/>
              <a:t>1D</a:t>
            </a:r>
            <a:r>
              <a:rPr lang="en-US" sz="2000" dirty="0">
                <a:solidFill>
                  <a:srgbClr val="FF0000"/>
                </a:solidFill>
              </a:rPr>
              <a:t>B410</a:t>
            </a:r>
            <a:r>
              <a:rPr lang="en-US" sz="2000" dirty="0">
                <a:solidFill>
                  <a:srgbClr val="00B0F0"/>
                </a:solidFill>
              </a:rPr>
              <a:t>B400</a:t>
            </a:r>
            <a:r>
              <a:rPr lang="en-US" sz="2000" dirty="0">
                <a:solidFill>
                  <a:srgbClr val="FF0000"/>
                </a:solidFill>
              </a:rPr>
              <a:t>B440</a:t>
            </a:r>
            <a:r>
              <a:rPr lang="en-US" sz="2000" dirty="0">
                <a:solidFill>
                  <a:srgbClr val="00B0F0"/>
                </a:solidFill>
              </a:rPr>
              <a:t>75101000</a:t>
            </a:r>
            <a:r>
              <a:rPr lang="en-US" sz="2000" dirty="0">
                <a:solidFill>
                  <a:srgbClr val="FF0000"/>
                </a:solidFill>
              </a:rPr>
              <a:t>E32019</a:t>
            </a:r>
            <a:r>
              <a:rPr lang="en-US" sz="2000" dirty="0">
                <a:solidFill>
                  <a:srgbClr val="00B0F0"/>
                </a:solidFill>
              </a:rPr>
              <a:t>332FFA</a:t>
            </a:r>
            <a:r>
              <a:rPr lang="en-US" sz="2000" dirty="0">
                <a:solidFill>
                  <a:srgbClr val="FF0000"/>
                </a:solidFill>
              </a:rPr>
              <a:t>DB2013</a:t>
            </a:r>
            <a:r>
              <a:rPr lang="en-US" sz="2000" dirty="0">
                <a:solidFill>
                  <a:srgbClr val="00B0F0"/>
                </a:solidFill>
              </a:rPr>
              <a:t>A004</a:t>
            </a:r>
            <a:r>
              <a:rPr lang="en-US" sz="2000" dirty="0">
                <a:solidFill>
                  <a:srgbClr val="FF0000"/>
                </a:solidFill>
              </a:rPr>
              <a:t>332008</a:t>
            </a:r>
            <a:r>
              <a:rPr lang="en-US" sz="2000" dirty="0">
                <a:solidFill>
                  <a:srgbClr val="00B0F0"/>
                </a:solidFill>
              </a:rPr>
              <a:t>57C003</a:t>
            </a:r>
            <a:r>
              <a:rPr lang="en-US" sz="2000" dirty="0">
                <a:solidFill>
                  <a:srgbClr val="FF0000"/>
                </a:solidFill>
              </a:rPr>
              <a:t>B850</a:t>
            </a:r>
          </a:p>
          <a:p>
            <a:r>
              <a:rPr lang="en-US" sz="2000"/>
              <a:t>E001000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65DA34-815A-CFF6-16D5-4A46757E0B87}"/>
              </a:ext>
            </a:extLst>
          </p:cNvPr>
          <p:cNvGraphicFramePr>
            <a:graphicFrameLocks noGrp="1"/>
          </p:cNvGraphicFramePr>
          <p:nvPr/>
        </p:nvGraphicFramePr>
        <p:xfrm>
          <a:off x="9433166" y="2522756"/>
          <a:ext cx="24892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620683647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693492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Symbol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Address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002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417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752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356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Ref4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101D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694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278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2604</TotalTime>
  <Words>1468</Words>
  <Application>Microsoft Office PowerPoint</Application>
  <PresentationFormat>Widescreen</PresentationFormat>
  <Paragraphs>787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Section 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NADEEN EMAD EL DIN HAMDY ABDELFATAH</dc:creator>
  <cp:lastModifiedBy>yara elmekky</cp:lastModifiedBy>
  <cp:revision>11</cp:revision>
  <dcterms:created xsi:type="dcterms:W3CDTF">2021-11-26T20:08:50Z</dcterms:created>
  <dcterms:modified xsi:type="dcterms:W3CDTF">2026-04-06T13:42:23Z</dcterms:modified>
</cp:coreProperties>
</file>