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4" r:id="rId2"/>
    <p:sldId id="311" r:id="rId3"/>
    <p:sldId id="313" r:id="rId4"/>
    <p:sldId id="304" r:id="rId5"/>
    <p:sldId id="286" r:id="rId6"/>
    <p:sldId id="260" r:id="rId7"/>
    <p:sldId id="305" r:id="rId8"/>
    <p:sldId id="306" r:id="rId9"/>
    <p:sldId id="307" r:id="rId10"/>
    <p:sldId id="308" r:id="rId11"/>
    <p:sldId id="309" r:id="rId12"/>
    <p:sldId id="3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0FD5E-ED13-44B2-8601-900B668B576D}" v="7" dt="2026-02-22T00:55:49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1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788F4D4A-5528-90BB-E758-BE9ACBB3C220}"/>
    <pc:docChg chg="modSld">
      <pc:chgData name="Guest User" userId="" providerId="Windows Live" clId="Web-{788F4D4A-5528-90BB-E758-BE9ACBB3C220}" dt="2026-02-20T19:49:23.838" v="3" actId="20577"/>
      <pc:docMkLst>
        <pc:docMk/>
      </pc:docMkLst>
      <pc:sldChg chg="modSp">
        <pc:chgData name="Guest User" userId="" providerId="Windows Live" clId="Web-{788F4D4A-5528-90BB-E758-BE9ACBB3C220}" dt="2026-02-20T19:49:23.838" v="3" actId="20577"/>
        <pc:sldMkLst>
          <pc:docMk/>
          <pc:sldMk cId="1621026035" sldId="311"/>
        </pc:sldMkLst>
        <pc:spChg chg="mod">
          <ac:chgData name="Guest User" userId="" providerId="Windows Live" clId="Web-{788F4D4A-5528-90BB-E758-BE9ACBB3C220}" dt="2026-02-20T19:49:23.838" v="3" actId="20577"/>
          <ac:spMkLst>
            <pc:docMk/>
            <pc:sldMk cId="1621026035" sldId="311"/>
            <ac:spMk id="22" creationId="{F5670467-A92C-FA4A-EE67-9E3FC91146B0}"/>
          </ac:spMkLst>
        </pc:spChg>
      </pc:sldChg>
    </pc:docChg>
  </pc:docChgLst>
  <pc:docChgLst>
    <pc:chgData name="yara elmekky" userId="df6e18b89ad5e1bc" providerId="LiveId" clId="{62C04A3D-D3F1-4228-A833-5005F1202B26}"/>
    <pc:docChg chg="undo redo custSel addSld delSld modSld sldOrd">
      <pc:chgData name="yara elmekky" userId="df6e18b89ad5e1bc" providerId="LiveId" clId="{62C04A3D-D3F1-4228-A833-5005F1202B26}" dt="2026-02-22T00:56:03.985" v="157" actId="478"/>
      <pc:docMkLst>
        <pc:docMk/>
      </pc:docMkLst>
      <pc:sldChg chg="addSp delSp modSp mod">
        <pc:chgData name="yara elmekky" userId="df6e18b89ad5e1bc" providerId="LiveId" clId="{62C04A3D-D3F1-4228-A833-5005F1202B26}" dt="2026-02-20T18:53:07.220" v="38" actId="478"/>
        <pc:sldMkLst>
          <pc:docMk/>
          <pc:sldMk cId="3584442012" sldId="260"/>
        </pc:sldMkLst>
      </pc:sldChg>
      <pc:sldChg chg="addSp delSp modSp mod">
        <pc:chgData name="yara elmekky" userId="df6e18b89ad5e1bc" providerId="LiveId" clId="{62C04A3D-D3F1-4228-A833-5005F1202B26}" dt="2026-02-20T18:59:35.819" v="150" actId="115"/>
        <pc:sldMkLst>
          <pc:docMk/>
          <pc:sldMk cId="1099491336" sldId="305"/>
        </pc:sldMkLst>
        <pc:spChg chg="add mod">
          <ac:chgData name="yara elmekky" userId="df6e18b89ad5e1bc" providerId="LiveId" clId="{62C04A3D-D3F1-4228-A833-5005F1202B26}" dt="2026-02-20T18:59:35.819" v="150" actId="115"/>
          <ac:spMkLst>
            <pc:docMk/>
            <pc:sldMk cId="1099491336" sldId="305"/>
            <ac:spMk id="5" creationId="{3314B36A-0E3F-124E-61DA-D10ACB9EFF74}"/>
          </ac:spMkLst>
        </pc:spChg>
        <pc:spChg chg="mod">
          <ac:chgData name="yara elmekky" userId="df6e18b89ad5e1bc" providerId="LiveId" clId="{62C04A3D-D3F1-4228-A833-5005F1202B26}" dt="2026-02-20T18:57:33.499" v="125" actId="1076"/>
          <ac:spMkLst>
            <pc:docMk/>
            <pc:sldMk cId="1099491336" sldId="305"/>
            <ac:spMk id="9" creationId="{F1A50F21-2AE1-3FBD-D8B3-1949474A5423}"/>
          </ac:spMkLst>
        </pc:spChg>
        <pc:spChg chg="mod">
          <ac:chgData name="yara elmekky" userId="df6e18b89ad5e1bc" providerId="LiveId" clId="{62C04A3D-D3F1-4228-A833-5005F1202B26}" dt="2026-02-20T18:57:41.334" v="126" actId="1076"/>
          <ac:spMkLst>
            <pc:docMk/>
            <pc:sldMk cId="1099491336" sldId="305"/>
            <ac:spMk id="36" creationId="{6F858FEE-93FA-78A5-CD76-D686E8932029}"/>
          </ac:spMkLst>
        </pc:spChg>
        <pc:picChg chg="add del mod">
          <ac:chgData name="yara elmekky" userId="df6e18b89ad5e1bc" providerId="LiveId" clId="{62C04A3D-D3F1-4228-A833-5005F1202B26}" dt="2026-02-20T18:53:26.412" v="79" actId="1035"/>
          <ac:picMkLst>
            <pc:docMk/>
            <pc:sldMk cId="1099491336" sldId="305"/>
            <ac:picMk id="6" creationId="{70CE8BDA-EB82-9971-CFE6-E1981EEA9381}"/>
          </ac:picMkLst>
        </pc:picChg>
      </pc:sldChg>
      <pc:sldChg chg="addSp delSp modSp mod">
        <pc:chgData name="yara elmekky" userId="df6e18b89ad5e1bc" providerId="LiveId" clId="{62C04A3D-D3F1-4228-A833-5005F1202B26}" dt="2026-02-20T18:57:49.374" v="127" actId="403"/>
        <pc:sldMkLst>
          <pc:docMk/>
          <pc:sldMk cId="574706530" sldId="306"/>
        </pc:sldMkLst>
        <pc:spChg chg="add mod">
          <ac:chgData name="yara elmekky" userId="df6e18b89ad5e1bc" providerId="LiveId" clId="{62C04A3D-D3F1-4228-A833-5005F1202B26}" dt="2026-02-20T18:57:49.374" v="127" actId="403"/>
          <ac:spMkLst>
            <pc:docMk/>
            <pc:sldMk cId="574706530" sldId="306"/>
            <ac:spMk id="31" creationId="{81DEADD7-0CA1-8ED0-91C3-2885C320F3F8}"/>
          </ac:spMkLst>
        </pc:spChg>
      </pc:sldChg>
      <pc:sldChg chg="addSp delSp modSp mod">
        <pc:chgData name="yara elmekky" userId="df6e18b89ad5e1bc" providerId="LiveId" clId="{62C04A3D-D3F1-4228-A833-5005F1202B26}" dt="2026-02-20T18:58:13" v="130" actId="20577"/>
        <pc:sldMkLst>
          <pc:docMk/>
          <pc:sldMk cId="1045733978" sldId="307"/>
        </pc:sldMkLst>
        <pc:spChg chg="mod">
          <ac:chgData name="yara elmekky" userId="df6e18b89ad5e1bc" providerId="LiveId" clId="{62C04A3D-D3F1-4228-A833-5005F1202B26}" dt="2026-02-20T18:58:13" v="130" actId="20577"/>
          <ac:spMkLst>
            <pc:docMk/>
            <pc:sldMk cId="1045733978" sldId="307"/>
            <ac:spMk id="9" creationId="{F1A50F21-2AE1-3FBD-D8B3-1949474A5423}"/>
          </ac:spMkLst>
        </pc:spChg>
        <pc:spChg chg="add mod">
          <ac:chgData name="yara elmekky" userId="df6e18b89ad5e1bc" providerId="LiveId" clId="{62C04A3D-D3F1-4228-A833-5005F1202B26}" dt="2026-02-20T18:58:03.892" v="129"/>
          <ac:spMkLst>
            <pc:docMk/>
            <pc:sldMk cId="1045733978" sldId="307"/>
            <ac:spMk id="34" creationId="{301ADBA2-9BB3-B65B-F261-3A1CD7AB6735}"/>
          </ac:spMkLst>
        </pc:spChg>
      </pc:sldChg>
      <pc:sldChg chg="addSp delSp modSp mod">
        <pc:chgData name="yara elmekky" userId="df6e18b89ad5e1bc" providerId="LiveId" clId="{62C04A3D-D3F1-4228-A833-5005F1202B26}" dt="2026-02-20T18:58:16.380" v="131"/>
        <pc:sldMkLst>
          <pc:docMk/>
          <pc:sldMk cId="1908710082" sldId="308"/>
        </pc:sldMkLst>
        <pc:spChg chg="add mod">
          <ac:chgData name="yara elmekky" userId="df6e18b89ad5e1bc" providerId="LiveId" clId="{62C04A3D-D3F1-4228-A833-5005F1202B26}" dt="2026-02-20T18:58:16.380" v="131"/>
          <ac:spMkLst>
            <pc:docMk/>
            <pc:sldMk cId="1908710082" sldId="308"/>
            <ac:spMk id="10" creationId="{9FB438EE-928C-63D0-1DA6-CED159D7EB05}"/>
          </ac:spMkLst>
        </pc:spChg>
      </pc:sldChg>
      <pc:sldChg chg="addSp delSp modSp mod">
        <pc:chgData name="yara elmekky" userId="df6e18b89ad5e1bc" providerId="LiveId" clId="{62C04A3D-D3F1-4228-A833-5005F1202B26}" dt="2026-02-20T18:54:09.301" v="89" actId="478"/>
        <pc:sldMkLst>
          <pc:docMk/>
          <pc:sldMk cId="1395113457" sldId="309"/>
        </pc:sldMkLst>
      </pc:sldChg>
      <pc:sldChg chg="addSp delSp modSp mod addAnim delAnim">
        <pc:chgData name="yara elmekky" userId="df6e18b89ad5e1bc" providerId="LiveId" clId="{62C04A3D-D3F1-4228-A833-5005F1202B26}" dt="2026-02-20T18:58:34.607" v="139" actId="20577"/>
        <pc:sldMkLst>
          <pc:docMk/>
          <pc:sldMk cId="3096582837" sldId="310"/>
        </pc:sldMkLst>
        <pc:spChg chg="mod">
          <ac:chgData name="yara elmekky" userId="df6e18b89ad5e1bc" providerId="LiveId" clId="{62C04A3D-D3F1-4228-A833-5005F1202B26}" dt="2026-02-20T18:58:34.607" v="139" actId="20577"/>
          <ac:spMkLst>
            <pc:docMk/>
            <pc:sldMk cId="3096582837" sldId="310"/>
            <ac:spMk id="9" creationId="{F1A50F21-2AE1-3FBD-D8B3-1949474A5423}"/>
          </ac:spMkLst>
        </pc:spChg>
        <pc:spChg chg="add mod">
          <ac:chgData name="yara elmekky" userId="df6e18b89ad5e1bc" providerId="LiveId" clId="{62C04A3D-D3F1-4228-A833-5005F1202B26}" dt="2026-02-20T18:58:31.918" v="136" actId="20577"/>
          <ac:spMkLst>
            <pc:docMk/>
            <pc:sldMk cId="3096582837" sldId="310"/>
            <ac:spMk id="31" creationId="{9D1A82D8-46D9-6C3C-EC24-999E9C466640}"/>
          </ac:spMkLst>
        </pc:spChg>
        <pc:spChg chg="add del">
          <ac:chgData name="yara elmekky" userId="df6e18b89ad5e1bc" providerId="LiveId" clId="{62C04A3D-D3F1-4228-A833-5005F1202B26}" dt="2026-02-20T18:52:29.275" v="15" actId="478"/>
          <ac:spMkLst>
            <pc:docMk/>
            <pc:sldMk cId="3096582837" sldId="310"/>
            <ac:spMk id="35" creationId="{8E7AD0AD-34C1-9D4C-0799-DEC300F222B8}"/>
          </ac:spMkLst>
        </pc:spChg>
      </pc:sldChg>
      <pc:sldChg chg="delSp modSp mod">
        <pc:chgData name="yara elmekky" userId="df6e18b89ad5e1bc" providerId="LiveId" clId="{62C04A3D-D3F1-4228-A833-5005F1202B26}" dt="2026-02-22T00:56:03.985" v="157" actId="478"/>
        <pc:sldMkLst>
          <pc:docMk/>
          <pc:sldMk cId="1621026035" sldId="311"/>
        </pc:sldMkLst>
        <pc:spChg chg="del mod">
          <ac:chgData name="yara elmekky" userId="df6e18b89ad5e1bc" providerId="LiveId" clId="{62C04A3D-D3F1-4228-A833-5005F1202B26}" dt="2026-02-22T00:56:03.985" v="157" actId="478"/>
          <ac:spMkLst>
            <pc:docMk/>
            <pc:sldMk cId="1621026035" sldId="311"/>
            <ac:spMk id="22" creationId="{F5670467-A92C-FA4A-EE67-9E3FC91146B0}"/>
          </ac:spMkLst>
        </pc:spChg>
      </pc:sldChg>
      <pc:sldChg chg="addSp delSp mod">
        <pc:chgData name="yara elmekky" userId="df6e18b89ad5e1bc" providerId="LiveId" clId="{62C04A3D-D3F1-4228-A833-5005F1202B26}" dt="2026-02-20T18:53:06.317" v="36" actId="478"/>
        <pc:sldMkLst>
          <pc:docMk/>
          <pc:sldMk cId="3145548586" sldId="313"/>
        </pc:sldMkLst>
      </pc:sldChg>
      <pc:sldChg chg="modSp add mod ord">
        <pc:chgData name="yara elmekky" userId="df6e18b89ad5e1bc" providerId="LiveId" clId="{62C04A3D-D3F1-4228-A833-5005F1202B26}" dt="2026-02-22T00:55:55.263" v="156" actId="20577"/>
        <pc:sldMkLst>
          <pc:docMk/>
          <pc:sldMk cId="3621849930" sldId="314"/>
        </pc:sldMkLst>
        <pc:spChg chg="mod">
          <ac:chgData name="yara elmekky" userId="df6e18b89ad5e1bc" providerId="LiveId" clId="{62C04A3D-D3F1-4228-A833-5005F1202B26}" dt="2026-02-22T00:55:55.263" v="156" actId="20577"/>
          <ac:spMkLst>
            <pc:docMk/>
            <pc:sldMk cId="3621849930" sldId="314"/>
            <ac:spMk id="2" creationId="{A7580BC8-5CEA-085A-1903-C3871077EEA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8D6C78-FD99-49C9-922F-547C2A424B4F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7BEA5D-8787-498E-A75C-891B5A5EB3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Memory</a:t>
          </a:r>
        </a:p>
      </dgm:t>
    </dgm:pt>
    <dgm:pt modelId="{F0818649-1D65-4D49-B344-2BF9F73EA427}" type="parTrans" cxnId="{BCAB8545-0FCF-4121-B3C0-EB6AEDD018F5}">
      <dgm:prSet/>
      <dgm:spPr/>
      <dgm:t>
        <a:bodyPr/>
        <a:lstStyle/>
        <a:p>
          <a:endParaRPr lang="en-US"/>
        </a:p>
      </dgm:t>
    </dgm:pt>
    <dgm:pt modelId="{DEF39928-AF55-4A2D-BFFD-88F86971763F}" type="sibTrans" cxnId="{BCAB8545-0FCF-4121-B3C0-EB6AEDD018F5}">
      <dgm:prSet/>
      <dgm:spPr/>
      <dgm:t>
        <a:bodyPr/>
        <a:lstStyle/>
        <a:p>
          <a:endParaRPr lang="en-US"/>
        </a:p>
      </dgm:t>
    </dgm:pt>
    <dgm:pt modelId="{EEA6A7D8-D148-4BD2-9FA2-9D7A628C9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consists of 8-bit bytes</a:t>
          </a:r>
        </a:p>
      </dgm:t>
    </dgm:pt>
    <dgm:pt modelId="{6FBA38BA-A370-48F3-B7D3-3C16F3D1ABF7}" type="parTrans" cxnId="{1AEFB51C-DDF4-46BD-89D4-02311BEF0DB0}">
      <dgm:prSet/>
      <dgm:spPr/>
      <dgm:t>
        <a:bodyPr/>
        <a:lstStyle/>
        <a:p>
          <a:endParaRPr lang="en-US"/>
        </a:p>
      </dgm:t>
    </dgm:pt>
    <dgm:pt modelId="{A76C5C8E-55F2-4FA6-8D08-74B1277F1FFF}" type="sibTrans" cxnId="{1AEFB51C-DDF4-46BD-89D4-02311BEF0DB0}">
      <dgm:prSet/>
      <dgm:spPr/>
      <dgm:t>
        <a:bodyPr/>
        <a:lstStyle/>
        <a:p>
          <a:endParaRPr lang="en-US"/>
        </a:p>
      </dgm:t>
    </dgm:pt>
    <dgm:pt modelId="{C5AF7948-DADF-4996-9B6B-8F04DBBF7C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 consecutive byte from a word(24 bits)</a:t>
          </a:r>
        </a:p>
      </dgm:t>
    </dgm:pt>
    <dgm:pt modelId="{389C5C21-114C-4682-B2AA-82C9A5B33D3C}" type="parTrans" cxnId="{4243F4B0-8EA9-4E33-9DF3-6170E46525D4}">
      <dgm:prSet/>
      <dgm:spPr/>
      <dgm:t>
        <a:bodyPr/>
        <a:lstStyle/>
        <a:p>
          <a:endParaRPr lang="en-US"/>
        </a:p>
      </dgm:t>
    </dgm:pt>
    <dgm:pt modelId="{CB942A93-4CA3-4D77-8FA8-2D7052F9FA99}" type="sibTrans" cxnId="{4243F4B0-8EA9-4E33-9DF3-6170E46525D4}">
      <dgm:prSet/>
      <dgm:spPr/>
      <dgm:t>
        <a:bodyPr/>
        <a:lstStyle/>
        <a:p>
          <a:endParaRPr lang="en-US"/>
        </a:p>
      </dgm:t>
    </dgm:pt>
    <dgm:pt modelId="{7A1D5016-39CC-47B2-B930-06D8008E8B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Data Formats</a:t>
          </a:r>
        </a:p>
      </dgm:t>
    </dgm:pt>
    <dgm:pt modelId="{B34E6597-1984-4AD8-A3A9-B2E0EA319B1F}" type="parTrans" cxnId="{836BED03-967B-401A-A15F-6BA02FCCDD2F}">
      <dgm:prSet/>
      <dgm:spPr/>
      <dgm:t>
        <a:bodyPr/>
        <a:lstStyle/>
        <a:p>
          <a:endParaRPr lang="en-US"/>
        </a:p>
      </dgm:t>
    </dgm:pt>
    <dgm:pt modelId="{59D913CE-C4C7-4D46-968A-AD03F3A11A9C}" type="sibTrans" cxnId="{836BED03-967B-401A-A15F-6BA02FCCDD2F}">
      <dgm:prSet/>
      <dgm:spPr/>
      <dgm:t>
        <a:bodyPr/>
        <a:lstStyle/>
        <a:p>
          <a:endParaRPr lang="en-US"/>
        </a:p>
      </dgm:t>
    </dgm:pt>
    <dgm:pt modelId="{BBA55132-8BDD-4B7F-BE67-5514E51270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Integers are stored as 24-bit binary numbers </a:t>
          </a:r>
        </a:p>
      </dgm:t>
    </dgm:pt>
    <dgm:pt modelId="{2AFA607C-6F42-43BD-A06E-7CF500DB9A8D}" type="parTrans" cxnId="{FBFD7F8E-EC15-42D9-9E88-2DCD508A0E22}">
      <dgm:prSet/>
      <dgm:spPr/>
      <dgm:t>
        <a:bodyPr/>
        <a:lstStyle/>
        <a:p>
          <a:endParaRPr lang="en-US"/>
        </a:p>
      </dgm:t>
    </dgm:pt>
    <dgm:pt modelId="{C0906865-5475-4E7E-A0E3-63AEAB169B2B}" type="sibTrans" cxnId="{FBFD7F8E-EC15-42D9-9E88-2DCD508A0E22}">
      <dgm:prSet/>
      <dgm:spPr/>
      <dgm:t>
        <a:bodyPr/>
        <a:lstStyle/>
        <a:p>
          <a:endParaRPr lang="en-US"/>
        </a:p>
      </dgm:t>
    </dgm:pt>
    <dgm:pt modelId="{F2A0A2C0-BF56-41EB-ABEC-5AD956AEB2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2’S complement representation is used for negative values</a:t>
          </a:r>
        </a:p>
      </dgm:t>
    </dgm:pt>
    <dgm:pt modelId="{082BAC37-7352-4459-AF38-1BE6006A3B78}" type="parTrans" cxnId="{5F903694-D2A6-4F08-94D8-ABEC7BDEBDBC}">
      <dgm:prSet/>
      <dgm:spPr/>
      <dgm:t>
        <a:bodyPr/>
        <a:lstStyle/>
        <a:p>
          <a:endParaRPr lang="en-US"/>
        </a:p>
      </dgm:t>
    </dgm:pt>
    <dgm:pt modelId="{65E55F7D-EC16-42AB-A23E-732673C7B883}" type="sibTrans" cxnId="{5F903694-D2A6-4F08-94D8-ABEC7BDEBDBC}">
      <dgm:prSet/>
      <dgm:spPr/>
      <dgm:t>
        <a:bodyPr/>
        <a:lstStyle/>
        <a:p>
          <a:endParaRPr lang="en-US"/>
        </a:p>
      </dgm:t>
    </dgm:pt>
    <dgm:pt modelId="{10CDE37D-D866-4A67-925F-F9120A5CFB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Total of 32768 (2^15) bytes in the computer memory</a:t>
          </a:r>
        </a:p>
      </dgm:t>
    </dgm:pt>
    <dgm:pt modelId="{0FEC58A4-4F56-4150-A0E0-D9B553D67989}" type="parTrans" cxnId="{4E2E629E-6E2E-4D82-95ED-077D8314C30E}">
      <dgm:prSet/>
      <dgm:spPr/>
      <dgm:t>
        <a:bodyPr/>
        <a:lstStyle/>
        <a:p>
          <a:pPr rtl="1"/>
          <a:endParaRPr lang="ar-EG"/>
        </a:p>
      </dgm:t>
    </dgm:pt>
    <dgm:pt modelId="{85C5AC6F-AAFF-4A61-ABA5-FF2C42F99390}" type="sibTrans" cxnId="{4E2E629E-6E2E-4D82-95ED-077D8314C30E}">
      <dgm:prSet/>
      <dgm:spPr/>
      <dgm:t>
        <a:bodyPr/>
        <a:lstStyle/>
        <a:p>
          <a:pPr rtl="1"/>
          <a:endParaRPr lang="ar-EG"/>
        </a:p>
      </dgm:t>
    </dgm:pt>
    <dgm:pt modelId="{CDC7F389-111A-4AC5-BE6D-784CE6BCD9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Characters are stored using their 8-bit ASCII codes</a:t>
          </a:r>
        </a:p>
      </dgm:t>
    </dgm:pt>
    <dgm:pt modelId="{24E80042-F331-4135-9749-537A82EC1093}" type="sibTrans" cxnId="{A1B127A9-FEAD-4FE5-976A-4E6D97E50049}">
      <dgm:prSet/>
      <dgm:spPr/>
      <dgm:t>
        <a:bodyPr/>
        <a:lstStyle/>
        <a:p>
          <a:endParaRPr lang="en-US"/>
        </a:p>
      </dgm:t>
    </dgm:pt>
    <dgm:pt modelId="{0B6F415E-3017-4F02-AC4C-9D899E539412}" type="parTrans" cxnId="{A1B127A9-FEAD-4FE5-976A-4E6D97E50049}">
      <dgm:prSet/>
      <dgm:spPr/>
      <dgm:t>
        <a:bodyPr/>
        <a:lstStyle/>
        <a:p>
          <a:endParaRPr lang="en-US"/>
        </a:p>
      </dgm:t>
    </dgm:pt>
    <dgm:pt modelId="{29F18D85-4268-47A0-87D3-CB81F4B1E5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floating-point hardware on the standard version of sic</a:t>
          </a:r>
        </a:p>
      </dgm:t>
    </dgm:pt>
    <dgm:pt modelId="{AD454155-B95E-43DE-A4E7-D511F93DFE38}" type="parTrans" cxnId="{CB30007B-21A4-4F45-842F-65DC65F8FF59}">
      <dgm:prSet/>
      <dgm:spPr/>
      <dgm:t>
        <a:bodyPr/>
        <a:lstStyle/>
        <a:p>
          <a:pPr rtl="1"/>
          <a:endParaRPr lang="ar-EG"/>
        </a:p>
      </dgm:t>
    </dgm:pt>
    <dgm:pt modelId="{847568C5-4497-44BB-8C2F-BECB49F739E7}" type="sibTrans" cxnId="{CB30007B-21A4-4F45-842F-65DC65F8FF59}">
      <dgm:prSet/>
      <dgm:spPr/>
      <dgm:t>
        <a:bodyPr/>
        <a:lstStyle/>
        <a:p>
          <a:pPr rtl="1"/>
          <a:endParaRPr lang="ar-EG"/>
        </a:p>
      </dgm:t>
    </dgm:pt>
    <dgm:pt modelId="{A8408FCB-5BD2-48FA-92B9-53FDE700B617}" type="pres">
      <dgm:prSet presAssocID="{2A8D6C78-FD99-49C9-922F-547C2A424B4F}" presName="root" presStyleCnt="0">
        <dgm:presLayoutVars>
          <dgm:dir/>
          <dgm:resizeHandles val="exact"/>
        </dgm:presLayoutVars>
      </dgm:prSet>
      <dgm:spPr/>
    </dgm:pt>
    <dgm:pt modelId="{B84B59C2-ADB1-4C3F-94A8-AA37C5AF6A4F}" type="pres">
      <dgm:prSet presAssocID="{107BEA5D-8787-498E-A75C-891B5A5EB347}" presName="compNode" presStyleCnt="0"/>
      <dgm:spPr/>
    </dgm:pt>
    <dgm:pt modelId="{FE37171B-7C7A-40D1-BB06-FC6DCF15C51F}" type="pres">
      <dgm:prSet presAssocID="{107BEA5D-8787-498E-A75C-891B5A5EB34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71FCBE8-C3C0-4A3B-966C-0667A01ACBBD}" type="pres">
      <dgm:prSet presAssocID="{107BEA5D-8787-498E-A75C-891B5A5EB347}" presName="iconSpace" presStyleCnt="0"/>
      <dgm:spPr/>
    </dgm:pt>
    <dgm:pt modelId="{62898CC8-ECC1-409A-BB83-6562CB45FF8F}" type="pres">
      <dgm:prSet presAssocID="{107BEA5D-8787-498E-A75C-891B5A5EB347}" presName="parTx" presStyleLbl="revTx" presStyleIdx="0" presStyleCnt="4">
        <dgm:presLayoutVars>
          <dgm:chMax val="0"/>
          <dgm:chPref val="0"/>
        </dgm:presLayoutVars>
      </dgm:prSet>
      <dgm:spPr/>
    </dgm:pt>
    <dgm:pt modelId="{7A94401D-45CD-465C-9497-9F954AAB7BE0}" type="pres">
      <dgm:prSet presAssocID="{107BEA5D-8787-498E-A75C-891B5A5EB347}" presName="txSpace" presStyleCnt="0"/>
      <dgm:spPr/>
    </dgm:pt>
    <dgm:pt modelId="{7C58DE9B-33E4-4F52-929E-F9CA11B78702}" type="pres">
      <dgm:prSet presAssocID="{107BEA5D-8787-498E-A75C-891B5A5EB347}" presName="desTx" presStyleLbl="revTx" presStyleIdx="1" presStyleCnt="4">
        <dgm:presLayoutVars/>
      </dgm:prSet>
      <dgm:spPr/>
    </dgm:pt>
    <dgm:pt modelId="{B22A9148-EE65-4803-B03E-A2BBEFED94DA}" type="pres">
      <dgm:prSet presAssocID="{DEF39928-AF55-4A2D-BFFD-88F86971763F}" presName="sibTrans" presStyleCnt="0"/>
      <dgm:spPr/>
    </dgm:pt>
    <dgm:pt modelId="{66C457B4-B484-41D3-86DA-F850EEC81C3D}" type="pres">
      <dgm:prSet presAssocID="{7A1D5016-39CC-47B2-B930-06D8008E8BDE}" presName="compNode" presStyleCnt="0"/>
      <dgm:spPr/>
    </dgm:pt>
    <dgm:pt modelId="{C0A854F7-C01E-4CAA-9DB7-70A34C9C9018}" type="pres">
      <dgm:prSet presAssocID="{7A1D5016-39CC-47B2-B930-06D8008E8BD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4A9B4E-4F05-4B4C-AE82-C725DA0AD0F1}" type="pres">
      <dgm:prSet presAssocID="{7A1D5016-39CC-47B2-B930-06D8008E8BDE}" presName="iconSpace" presStyleCnt="0"/>
      <dgm:spPr/>
    </dgm:pt>
    <dgm:pt modelId="{782824EC-4A24-40B7-B5F1-E0771E6CAAE2}" type="pres">
      <dgm:prSet presAssocID="{7A1D5016-39CC-47B2-B930-06D8008E8BDE}" presName="parTx" presStyleLbl="revTx" presStyleIdx="2" presStyleCnt="4">
        <dgm:presLayoutVars>
          <dgm:chMax val="0"/>
          <dgm:chPref val="0"/>
        </dgm:presLayoutVars>
      </dgm:prSet>
      <dgm:spPr/>
    </dgm:pt>
    <dgm:pt modelId="{D29A8DF4-5331-4E6D-8914-97DB1EC03F7D}" type="pres">
      <dgm:prSet presAssocID="{7A1D5016-39CC-47B2-B930-06D8008E8BDE}" presName="txSpace" presStyleCnt="0"/>
      <dgm:spPr/>
    </dgm:pt>
    <dgm:pt modelId="{939ECE39-A851-40EC-945E-6123C6967F3D}" type="pres">
      <dgm:prSet presAssocID="{7A1D5016-39CC-47B2-B930-06D8008E8BDE}" presName="desTx" presStyleLbl="revTx" presStyleIdx="3" presStyleCnt="4">
        <dgm:presLayoutVars/>
      </dgm:prSet>
      <dgm:spPr/>
    </dgm:pt>
  </dgm:ptLst>
  <dgm:cxnLst>
    <dgm:cxn modelId="{836BED03-967B-401A-A15F-6BA02FCCDD2F}" srcId="{2A8D6C78-FD99-49C9-922F-547C2A424B4F}" destId="{7A1D5016-39CC-47B2-B930-06D8008E8BDE}" srcOrd="1" destOrd="0" parTransId="{B34E6597-1984-4AD8-A3A9-B2E0EA319B1F}" sibTransId="{59D913CE-C4C7-4D46-968A-AD03F3A11A9C}"/>
    <dgm:cxn modelId="{51113514-9D41-4970-AB5D-588301F8C53C}" type="presOf" srcId="{10CDE37D-D866-4A67-925F-F9120A5CFB9C}" destId="{7C58DE9B-33E4-4F52-929E-F9CA11B78702}" srcOrd="0" destOrd="2" presId="urn:microsoft.com/office/officeart/2018/5/layout/CenteredIconLabelDescriptionList"/>
    <dgm:cxn modelId="{1AEFB51C-DDF4-46BD-89D4-02311BEF0DB0}" srcId="{107BEA5D-8787-498E-A75C-891B5A5EB347}" destId="{EEA6A7D8-D148-4BD2-9FA2-9D7A628C9ECA}" srcOrd="0" destOrd="0" parTransId="{6FBA38BA-A370-48F3-B7D3-3C16F3D1ABF7}" sibTransId="{A76C5C8E-55F2-4FA6-8D08-74B1277F1FFF}"/>
    <dgm:cxn modelId="{C3123F3F-16E4-41E3-83FA-CDA093C7C334}" type="presOf" srcId="{C5AF7948-DADF-4996-9B6B-8F04DBBF7C79}" destId="{7C58DE9B-33E4-4F52-929E-F9CA11B78702}" srcOrd="0" destOrd="1" presId="urn:microsoft.com/office/officeart/2018/5/layout/CenteredIconLabelDescriptionList"/>
    <dgm:cxn modelId="{33483442-69B8-41F7-A940-A9A9F96B6CB9}" type="presOf" srcId="{2A8D6C78-FD99-49C9-922F-547C2A424B4F}" destId="{A8408FCB-5BD2-48FA-92B9-53FDE700B617}" srcOrd="0" destOrd="0" presId="urn:microsoft.com/office/officeart/2018/5/layout/CenteredIconLabelDescriptionList"/>
    <dgm:cxn modelId="{BCAB8545-0FCF-4121-B3C0-EB6AEDD018F5}" srcId="{2A8D6C78-FD99-49C9-922F-547C2A424B4F}" destId="{107BEA5D-8787-498E-A75C-891B5A5EB347}" srcOrd="0" destOrd="0" parTransId="{F0818649-1D65-4D49-B344-2BF9F73EA427}" sibTransId="{DEF39928-AF55-4A2D-BFFD-88F86971763F}"/>
    <dgm:cxn modelId="{CB30007B-21A4-4F45-842F-65DC65F8FF59}" srcId="{7A1D5016-39CC-47B2-B930-06D8008E8BDE}" destId="{29F18D85-4268-47A0-87D3-CB81F4B1E5B9}" srcOrd="3" destOrd="0" parTransId="{AD454155-B95E-43DE-A4E7-D511F93DFE38}" sibTransId="{847568C5-4497-44BB-8C2F-BECB49F739E7}"/>
    <dgm:cxn modelId="{38888C82-245F-411C-BC84-A7E05E3D6511}" type="presOf" srcId="{7A1D5016-39CC-47B2-B930-06D8008E8BDE}" destId="{782824EC-4A24-40B7-B5F1-E0771E6CAAE2}" srcOrd="0" destOrd="0" presId="urn:microsoft.com/office/officeart/2018/5/layout/CenteredIconLabelDescriptionList"/>
    <dgm:cxn modelId="{FBFD7F8E-EC15-42D9-9E88-2DCD508A0E22}" srcId="{7A1D5016-39CC-47B2-B930-06D8008E8BDE}" destId="{BBA55132-8BDD-4B7F-BE67-5514E5127066}" srcOrd="0" destOrd="0" parTransId="{2AFA607C-6F42-43BD-A06E-7CF500DB9A8D}" sibTransId="{C0906865-5475-4E7E-A0E3-63AEAB169B2B}"/>
    <dgm:cxn modelId="{5F903694-D2A6-4F08-94D8-ABEC7BDEBDBC}" srcId="{7A1D5016-39CC-47B2-B930-06D8008E8BDE}" destId="{F2A0A2C0-BF56-41EB-ABEC-5AD956AEB2CA}" srcOrd="1" destOrd="0" parTransId="{082BAC37-7352-4459-AF38-1BE6006A3B78}" sibTransId="{65E55F7D-EC16-42AB-A23E-732673C7B883}"/>
    <dgm:cxn modelId="{DAEE1395-ADAD-40D2-A377-962B1DF69E2F}" type="presOf" srcId="{EEA6A7D8-D148-4BD2-9FA2-9D7A628C9ECA}" destId="{7C58DE9B-33E4-4F52-929E-F9CA11B78702}" srcOrd="0" destOrd="0" presId="urn:microsoft.com/office/officeart/2018/5/layout/CenteredIconLabelDescriptionList"/>
    <dgm:cxn modelId="{4E2E629E-6E2E-4D82-95ED-077D8314C30E}" srcId="{107BEA5D-8787-498E-A75C-891B5A5EB347}" destId="{10CDE37D-D866-4A67-925F-F9120A5CFB9C}" srcOrd="2" destOrd="0" parTransId="{0FEC58A4-4F56-4150-A0E0-D9B553D67989}" sibTransId="{85C5AC6F-AAFF-4A61-ABA5-FF2C42F99390}"/>
    <dgm:cxn modelId="{2D38B7A5-0F59-4F8A-86FE-09991E3360EB}" type="presOf" srcId="{F2A0A2C0-BF56-41EB-ABEC-5AD956AEB2CA}" destId="{939ECE39-A851-40EC-945E-6123C6967F3D}" srcOrd="0" destOrd="1" presId="urn:microsoft.com/office/officeart/2018/5/layout/CenteredIconLabelDescriptionList"/>
    <dgm:cxn modelId="{A1B127A9-FEAD-4FE5-976A-4E6D97E50049}" srcId="{7A1D5016-39CC-47B2-B930-06D8008E8BDE}" destId="{CDC7F389-111A-4AC5-BE6D-784CE6BCD96A}" srcOrd="2" destOrd="0" parTransId="{0B6F415E-3017-4F02-AC4C-9D899E539412}" sibTransId="{24E80042-F331-4135-9749-537A82EC1093}"/>
    <dgm:cxn modelId="{38FDD7AA-25D1-4284-8C75-594F27FD1D1F}" type="presOf" srcId="{BBA55132-8BDD-4B7F-BE67-5514E5127066}" destId="{939ECE39-A851-40EC-945E-6123C6967F3D}" srcOrd="0" destOrd="0" presId="urn:microsoft.com/office/officeart/2018/5/layout/CenteredIconLabelDescriptionList"/>
    <dgm:cxn modelId="{4243F4B0-8EA9-4E33-9DF3-6170E46525D4}" srcId="{107BEA5D-8787-498E-A75C-891B5A5EB347}" destId="{C5AF7948-DADF-4996-9B6B-8F04DBBF7C79}" srcOrd="1" destOrd="0" parTransId="{389C5C21-114C-4682-B2AA-82C9A5B33D3C}" sibTransId="{CB942A93-4CA3-4D77-8FA8-2D7052F9FA99}"/>
    <dgm:cxn modelId="{683C1EBC-A03B-46D9-9EA2-6CD76652BC59}" type="presOf" srcId="{29F18D85-4268-47A0-87D3-CB81F4B1E5B9}" destId="{939ECE39-A851-40EC-945E-6123C6967F3D}" srcOrd="0" destOrd="3" presId="urn:microsoft.com/office/officeart/2018/5/layout/CenteredIconLabelDescriptionList"/>
    <dgm:cxn modelId="{E0FF9FC4-0806-4190-9B8A-6072234A55C1}" type="presOf" srcId="{CDC7F389-111A-4AC5-BE6D-784CE6BCD96A}" destId="{939ECE39-A851-40EC-945E-6123C6967F3D}" srcOrd="0" destOrd="2" presId="urn:microsoft.com/office/officeart/2018/5/layout/CenteredIconLabelDescriptionList"/>
    <dgm:cxn modelId="{46E162D1-0DD0-4F1E-8D68-EE0B686B47C4}" type="presOf" srcId="{107BEA5D-8787-498E-A75C-891B5A5EB347}" destId="{62898CC8-ECC1-409A-BB83-6562CB45FF8F}" srcOrd="0" destOrd="0" presId="urn:microsoft.com/office/officeart/2018/5/layout/CenteredIconLabelDescriptionList"/>
    <dgm:cxn modelId="{1B4BD307-36AB-4104-BA2A-A5393F7CC2B6}" type="presParOf" srcId="{A8408FCB-5BD2-48FA-92B9-53FDE700B617}" destId="{B84B59C2-ADB1-4C3F-94A8-AA37C5AF6A4F}" srcOrd="0" destOrd="0" presId="urn:microsoft.com/office/officeart/2018/5/layout/CenteredIconLabelDescriptionList"/>
    <dgm:cxn modelId="{DA0C7EBA-07BB-460B-87DF-E3B5B3926A3B}" type="presParOf" srcId="{B84B59C2-ADB1-4C3F-94A8-AA37C5AF6A4F}" destId="{FE37171B-7C7A-40D1-BB06-FC6DCF15C51F}" srcOrd="0" destOrd="0" presId="urn:microsoft.com/office/officeart/2018/5/layout/CenteredIconLabelDescriptionList"/>
    <dgm:cxn modelId="{CF2C9127-6911-4855-BE7F-8707A534985B}" type="presParOf" srcId="{B84B59C2-ADB1-4C3F-94A8-AA37C5AF6A4F}" destId="{E71FCBE8-C3C0-4A3B-966C-0667A01ACBBD}" srcOrd="1" destOrd="0" presId="urn:microsoft.com/office/officeart/2018/5/layout/CenteredIconLabelDescriptionList"/>
    <dgm:cxn modelId="{B0DB6C72-0702-4639-9485-31039AF8BF07}" type="presParOf" srcId="{B84B59C2-ADB1-4C3F-94A8-AA37C5AF6A4F}" destId="{62898CC8-ECC1-409A-BB83-6562CB45FF8F}" srcOrd="2" destOrd="0" presId="urn:microsoft.com/office/officeart/2018/5/layout/CenteredIconLabelDescriptionList"/>
    <dgm:cxn modelId="{D8A09BAE-8E8C-4D2B-9F40-86BC11D383A9}" type="presParOf" srcId="{B84B59C2-ADB1-4C3F-94A8-AA37C5AF6A4F}" destId="{7A94401D-45CD-465C-9497-9F954AAB7BE0}" srcOrd="3" destOrd="0" presId="urn:microsoft.com/office/officeart/2018/5/layout/CenteredIconLabelDescriptionList"/>
    <dgm:cxn modelId="{579CAEC1-D92D-433D-BD0A-7A3B502D31E0}" type="presParOf" srcId="{B84B59C2-ADB1-4C3F-94A8-AA37C5AF6A4F}" destId="{7C58DE9B-33E4-4F52-929E-F9CA11B78702}" srcOrd="4" destOrd="0" presId="urn:microsoft.com/office/officeart/2018/5/layout/CenteredIconLabelDescriptionList"/>
    <dgm:cxn modelId="{8579827E-18D8-4C3B-880D-E65AD83D35D1}" type="presParOf" srcId="{A8408FCB-5BD2-48FA-92B9-53FDE700B617}" destId="{B22A9148-EE65-4803-B03E-A2BBEFED94DA}" srcOrd="1" destOrd="0" presId="urn:microsoft.com/office/officeart/2018/5/layout/CenteredIconLabelDescriptionList"/>
    <dgm:cxn modelId="{6DC83262-77C4-4BDB-85B5-43E70440345D}" type="presParOf" srcId="{A8408FCB-5BD2-48FA-92B9-53FDE700B617}" destId="{66C457B4-B484-41D3-86DA-F850EEC81C3D}" srcOrd="2" destOrd="0" presId="urn:microsoft.com/office/officeart/2018/5/layout/CenteredIconLabelDescriptionList"/>
    <dgm:cxn modelId="{53160056-DEBB-410A-82A3-589D5109C332}" type="presParOf" srcId="{66C457B4-B484-41D3-86DA-F850EEC81C3D}" destId="{C0A854F7-C01E-4CAA-9DB7-70A34C9C9018}" srcOrd="0" destOrd="0" presId="urn:microsoft.com/office/officeart/2018/5/layout/CenteredIconLabelDescriptionList"/>
    <dgm:cxn modelId="{F5B6D524-D544-476E-8E0F-962EC3247017}" type="presParOf" srcId="{66C457B4-B484-41D3-86DA-F850EEC81C3D}" destId="{A54A9B4E-4F05-4B4C-AE82-C725DA0AD0F1}" srcOrd="1" destOrd="0" presId="urn:microsoft.com/office/officeart/2018/5/layout/CenteredIconLabelDescriptionList"/>
    <dgm:cxn modelId="{55728E4E-5E04-4CB2-AFEA-3BE047D1FC76}" type="presParOf" srcId="{66C457B4-B484-41D3-86DA-F850EEC81C3D}" destId="{782824EC-4A24-40B7-B5F1-E0771E6CAAE2}" srcOrd="2" destOrd="0" presId="urn:microsoft.com/office/officeart/2018/5/layout/CenteredIconLabelDescriptionList"/>
    <dgm:cxn modelId="{07962497-E332-4994-951D-72AD3FD09E2C}" type="presParOf" srcId="{66C457B4-B484-41D3-86DA-F850EEC81C3D}" destId="{D29A8DF4-5331-4E6D-8914-97DB1EC03F7D}" srcOrd="3" destOrd="0" presId="urn:microsoft.com/office/officeart/2018/5/layout/CenteredIconLabelDescriptionList"/>
    <dgm:cxn modelId="{646FC960-CA52-4ACE-94C4-7E3E15A64CA1}" type="presParOf" srcId="{66C457B4-B484-41D3-86DA-F850EEC81C3D}" destId="{939ECE39-A851-40EC-945E-6123C6967F3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C386F4-B02B-4AA3-85BD-5575308CD859}" type="doc">
      <dgm:prSet loTypeId="urn:microsoft.com/office/officeart/2005/8/layout/vList2" loCatId="list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A04791F6-68B9-4ECA-8829-7F1E93F7392C}">
      <dgm:prSet/>
      <dgm:spPr/>
      <dgm:t>
        <a:bodyPr/>
        <a:lstStyle/>
        <a:p>
          <a:r>
            <a:rPr lang="en-US"/>
            <a:t>Pseudo-Instructions</a:t>
          </a:r>
        </a:p>
      </dgm:t>
    </dgm:pt>
    <dgm:pt modelId="{960936A6-FC27-40C1-B2F8-E8B33542C13F}" type="parTrans" cxnId="{E4A28E25-3753-43D1-8E51-76EF61597DE2}">
      <dgm:prSet/>
      <dgm:spPr/>
      <dgm:t>
        <a:bodyPr/>
        <a:lstStyle/>
        <a:p>
          <a:endParaRPr lang="en-US"/>
        </a:p>
      </dgm:t>
    </dgm:pt>
    <dgm:pt modelId="{2836801A-0DF6-4075-B667-4B77B5378D2A}" type="sibTrans" cxnId="{E4A28E25-3753-43D1-8E51-76EF61597DE2}">
      <dgm:prSet/>
      <dgm:spPr/>
      <dgm:t>
        <a:bodyPr/>
        <a:lstStyle/>
        <a:p>
          <a:endParaRPr lang="en-US"/>
        </a:p>
      </dgm:t>
    </dgm:pt>
    <dgm:pt modelId="{3D306D8B-73AA-4B3F-8F30-7B2E51639D3C}">
      <dgm:prSet/>
      <dgm:spPr/>
      <dgm:t>
        <a:bodyPr/>
        <a:lstStyle/>
        <a:p>
          <a:r>
            <a:rPr lang="en-US"/>
            <a:t>Not translated into machine instructions</a:t>
          </a:r>
        </a:p>
      </dgm:t>
    </dgm:pt>
    <dgm:pt modelId="{85D3542D-D0D6-42EF-AD4C-4E573C6A3D80}" type="parTrans" cxnId="{C428F80E-A02B-4D49-9114-593434BEEB53}">
      <dgm:prSet/>
      <dgm:spPr/>
      <dgm:t>
        <a:bodyPr/>
        <a:lstStyle/>
        <a:p>
          <a:endParaRPr lang="en-US"/>
        </a:p>
      </dgm:t>
    </dgm:pt>
    <dgm:pt modelId="{8E2B7274-723B-4450-8EFE-7D51E1C39AEE}" type="sibTrans" cxnId="{C428F80E-A02B-4D49-9114-593434BEEB53}">
      <dgm:prSet/>
      <dgm:spPr/>
      <dgm:t>
        <a:bodyPr/>
        <a:lstStyle/>
        <a:p>
          <a:endParaRPr lang="en-US"/>
        </a:p>
      </dgm:t>
    </dgm:pt>
    <dgm:pt modelId="{671AF6D8-D1E2-4A3E-8742-E10247AB0CCD}">
      <dgm:prSet/>
      <dgm:spPr/>
      <dgm:t>
        <a:bodyPr/>
        <a:lstStyle/>
        <a:p>
          <a:r>
            <a:rPr lang="en-US"/>
            <a:t>Providing information to the assembler</a:t>
          </a:r>
        </a:p>
      </dgm:t>
    </dgm:pt>
    <dgm:pt modelId="{38A8A53F-5340-4E9C-9CF2-A5172F4F2208}" type="parTrans" cxnId="{7A90B7CD-641D-45C8-A6D3-CBC5294EA117}">
      <dgm:prSet/>
      <dgm:spPr/>
      <dgm:t>
        <a:bodyPr/>
        <a:lstStyle/>
        <a:p>
          <a:endParaRPr lang="en-US"/>
        </a:p>
      </dgm:t>
    </dgm:pt>
    <dgm:pt modelId="{F75E62B8-C612-4F43-9628-77BA1FEA878D}" type="sibTrans" cxnId="{7A90B7CD-641D-45C8-A6D3-CBC5294EA117}">
      <dgm:prSet/>
      <dgm:spPr/>
      <dgm:t>
        <a:bodyPr/>
        <a:lstStyle/>
        <a:p>
          <a:endParaRPr lang="en-US"/>
        </a:p>
      </dgm:t>
    </dgm:pt>
    <dgm:pt modelId="{3186746B-6C71-40AB-A26C-5EFB8B06E6D8}">
      <dgm:prSet/>
      <dgm:spPr/>
      <dgm:t>
        <a:bodyPr/>
        <a:lstStyle/>
        <a:p>
          <a:r>
            <a:rPr lang="en-US" dirty="0"/>
            <a:t>Basic assembler directives</a:t>
          </a:r>
        </a:p>
      </dgm:t>
    </dgm:pt>
    <dgm:pt modelId="{669C3609-64DC-4C1E-96C9-7189F2A9970F}" type="parTrans" cxnId="{9E538940-15A2-461A-AB44-0DE67E8EFBE6}">
      <dgm:prSet/>
      <dgm:spPr/>
      <dgm:t>
        <a:bodyPr/>
        <a:lstStyle/>
        <a:p>
          <a:endParaRPr lang="en-US"/>
        </a:p>
      </dgm:t>
    </dgm:pt>
    <dgm:pt modelId="{AFFB3A34-F09A-4CD2-88D4-D4ED73875756}" type="sibTrans" cxnId="{9E538940-15A2-461A-AB44-0DE67E8EFBE6}">
      <dgm:prSet/>
      <dgm:spPr/>
      <dgm:t>
        <a:bodyPr/>
        <a:lstStyle/>
        <a:p>
          <a:endParaRPr lang="en-US"/>
        </a:p>
      </dgm:t>
    </dgm:pt>
    <dgm:pt modelId="{32802CE6-B964-4DA6-9A3A-F8C96392EC05}">
      <dgm:prSet/>
      <dgm:spPr/>
      <dgm:t>
        <a:bodyPr/>
        <a:lstStyle/>
        <a:p>
          <a:r>
            <a:rPr lang="en-US" sz="2200" b="1" kern="1200" dirty="0"/>
            <a:t>START: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Specify name and starting address for the program</a:t>
          </a:r>
        </a:p>
      </dgm:t>
    </dgm:pt>
    <dgm:pt modelId="{2EE80EDA-DD5C-40E9-A53C-65F751E51173}" type="parTrans" cxnId="{7272301D-3622-4B63-BB3B-72CFF399422A}">
      <dgm:prSet/>
      <dgm:spPr/>
      <dgm:t>
        <a:bodyPr/>
        <a:lstStyle/>
        <a:p>
          <a:endParaRPr lang="en-US"/>
        </a:p>
      </dgm:t>
    </dgm:pt>
    <dgm:pt modelId="{26E3D13F-AD26-427A-A042-0EAD8E16AA79}" type="sibTrans" cxnId="{7272301D-3622-4B63-BB3B-72CFF399422A}">
      <dgm:prSet/>
      <dgm:spPr/>
      <dgm:t>
        <a:bodyPr/>
        <a:lstStyle/>
        <a:p>
          <a:endParaRPr lang="en-US"/>
        </a:p>
      </dgm:t>
    </dgm:pt>
    <dgm:pt modelId="{888F098A-40BA-4319-B774-98D6694F1117}">
      <dgm:prSet/>
      <dgm:spPr/>
      <dgm:t>
        <a:bodyPr/>
        <a:lstStyle/>
        <a:p>
          <a:r>
            <a:rPr lang="en-US" sz="2200" b="1" kern="1200" dirty="0"/>
            <a:t>END: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Indicate the end of the source program, and (optionally) the first executable instruction in the program.</a:t>
          </a:r>
        </a:p>
      </dgm:t>
    </dgm:pt>
    <dgm:pt modelId="{CF72750F-F2C1-4E2B-B7B1-A7E7FC157AE2}" type="parTrans" cxnId="{5B1CDB21-1CDB-4826-ADB8-D5719263C62B}">
      <dgm:prSet/>
      <dgm:spPr/>
      <dgm:t>
        <a:bodyPr/>
        <a:lstStyle/>
        <a:p>
          <a:endParaRPr lang="en-US"/>
        </a:p>
      </dgm:t>
    </dgm:pt>
    <dgm:pt modelId="{98CF37AB-9779-4D7D-B8F6-CA6E0ED8D11B}" type="sibTrans" cxnId="{5B1CDB21-1CDB-4826-ADB8-D5719263C62B}">
      <dgm:prSet/>
      <dgm:spPr/>
      <dgm:t>
        <a:bodyPr/>
        <a:lstStyle/>
        <a:p>
          <a:endParaRPr lang="en-US"/>
        </a:p>
      </dgm:t>
    </dgm:pt>
    <dgm:pt modelId="{8FCE270A-879D-42C2-8E14-10C4368A615C}">
      <dgm:prSet/>
      <dgm:spPr/>
      <dgm:t>
        <a:bodyPr/>
        <a:lstStyle/>
        <a:p>
          <a:r>
            <a:rPr lang="en-US" sz="2200" b="1" kern="1200" dirty="0"/>
            <a:t>BYTE: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character or hexadecimal constant, occupying as many bytes as needed to represent the constant.</a:t>
          </a:r>
        </a:p>
      </dgm:t>
    </dgm:pt>
    <dgm:pt modelId="{C77C1643-F65E-48D1-B437-BF45A42D46E4}" type="parTrans" cxnId="{AAF70C3A-8F76-411C-A4D4-6673A35B73F6}">
      <dgm:prSet/>
      <dgm:spPr/>
      <dgm:t>
        <a:bodyPr/>
        <a:lstStyle/>
        <a:p>
          <a:endParaRPr lang="en-US"/>
        </a:p>
      </dgm:t>
    </dgm:pt>
    <dgm:pt modelId="{1223B538-9753-4E3A-9CA8-12F3527A192A}" type="sibTrans" cxnId="{AAF70C3A-8F76-411C-A4D4-6673A35B73F6}">
      <dgm:prSet/>
      <dgm:spPr/>
      <dgm:t>
        <a:bodyPr/>
        <a:lstStyle/>
        <a:p>
          <a:endParaRPr lang="en-US"/>
        </a:p>
      </dgm:t>
    </dgm:pt>
    <dgm:pt modelId="{4AABB4A0-644C-4DC4-80E6-15EDEC9DE2DF}">
      <dgm:prSet/>
      <dgm:spPr/>
      <dgm:t>
        <a:bodyPr/>
        <a:lstStyle/>
        <a:p>
          <a:r>
            <a:rPr lang="en-US" sz="2200" b="1" kern="1200" dirty="0"/>
            <a:t>WORD: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one-word integer constant</a:t>
          </a:r>
        </a:p>
      </dgm:t>
    </dgm:pt>
    <dgm:pt modelId="{834B9380-215F-47C7-A5E1-FD8E2D75D381}" type="parTrans" cxnId="{0E146154-AA28-4A62-8851-FEED94866C16}">
      <dgm:prSet/>
      <dgm:spPr/>
      <dgm:t>
        <a:bodyPr/>
        <a:lstStyle/>
        <a:p>
          <a:endParaRPr lang="en-US"/>
        </a:p>
      </dgm:t>
    </dgm:pt>
    <dgm:pt modelId="{22F58946-B65F-4E7C-A32E-350B011508BF}" type="sibTrans" cxnId="{0E146154-AA28-4A62-8851-FEED94866C16}">
      <dgm:prSet/>
      <dgm:spPr/>
      <dgm:t>
        <a:bodyPr/>
        <a:lstStyle/>
        <a:p>
          <a:endParaRPr lang="en-US"/>
        </a:p>
      </dgm:t>
    </dgm:pt>
    <dgm:pt modelId="{36852E63-0535-4105-8DBF-3FBEF477B48A}">
      <dgm:prSet custT="1"/>
      <dgm:spPr/>
      <dgm:t>
        <a:bodyPr/>
        <a:lstStyle/>
        <a:p>
          <a:r>
            <a:rPr lang="en-US" sz="2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RESB: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bytes for a data area</a:t>
          </a:r>
        </a:p>
      </dgm:t>
    </dgm:pt>
    <dgm:pt modelId="{1CF91D82-9A07-4FEB-9FC5-77E37F9F91BF}" type="parTrans" cxnId="{4786686F-7A97-4509-BBC3-1F781479D7D6}">
      <dgm:prSet/>
      <dgm:spPr/>
      <dgm:t>
        <a:bodyPr/>
        <a:lstStyle/>
        <a:p>
          <a:endParaRPr lang="en-US"/>
        </a:p>
      </dgm:t>
    </dgm:pt>
    <dgm:pt modelId="{869E9BA9-6534-41D1-94AB-3C036F333EA1}" type="sibTrans" cxnId="{4786686F-7A97-4509-BBC3-1F781479D7D6}">
      <dgm:prSet/>
      <dgm:spPr/>
      <dgm:t>
        <a:bodyPr/>
        <a:lstStyle/>
        <a:p>
          <a:endParaRPr lang="en-US"/>
        </a:p>
      </dgm:t>
    </dgm:pt>
    <dgm:pt modelId="{411A6B21-CE47-4E03-95BC-9D04667AD3B0}">
      <dgm:prSet/>
      <dgm:spPr/>
      <dgm:t>
        <a:bodyPr/>
        <a:lstStyle/>
        <a:p>
          <a:r>
            <a:rPr lang="en-US" sz="2200" b="1" kern="1200" dirty="0"/>
            <a:t>RESW: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words for a data area</a:t>
          </a:r>
        </a:p>
      </dgm:t>
    </dgm:pt>
    <dgm:pt modelId="{B3ACB215-860F-4087-8B4E-0530919BAE6F}" type="parTrans" cxnId="{8D0560D9-4127-4394-A6C0-9EADABADD8E6}">
      <dgm:prSet/>
      <dgm:spPr/>
      <dgm:t>
        <a:bodyPr/>
        <a:lstStyle/>
        <a:p>
          <a:endParaRPr lang="en-US"/>
        </a:p>
      </dgm:t>
    </dgm:pt>
    <dgm:pt modelId="{CA8645A5-1FE2-48F4-B660-F9BE8013E421}" type="sibTrans" cxnId="{8D0560D9-4127-4394-A6C0-9EADABADD8E6}">
      <dgm:prSet/>
      <dgm:spPr/>
      <dgm:t>
        <a:bodyPr/>
        <a:lstStyle/>
        <a:p>
          <a:endParaRPr lang="en-US"/>
        </a:p>
      </dgm:t>
    </dgm:pt>
    <dgm:pt modelId="{2FA965E3-0AA6-4C61-971F-175B65E88D05}" type="pres">
      <dgm:prSet presAssocID="{D2C386F4-B02B-4AA3-85BD-5575308CD859}" presName="linear" presStyleCnt="0">
        <dgm:presLayoutVars>
          <dgm:animLvl val="lvl"/>
          <dgm:resizeHandles val="exact"/>
        </dgm:presLayoutVars>
      </dgm:prSet>
      <dgm:spPr/>
    </dgm:pt>
    <dgm:pt modelId="{72D095C8-BD7D-42BF-9FB0-1D3B5EFBB5D6}" type="pres">
      <dgm:prSet presAssocID="{A04791F6-68B9-4ECA-8829-7F1E93F7392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C46EEB-7B78-465F-87B9-C93A554F425A}" type="pres">
      <dgm:prSet presAssocID="{A04791F6-68B9-4ECA-8829-7F1E93F7392C}" presName="childText" presStyleLbl="revTx" presStyleIdx="0" presStyleCnt="2">
        <dgm:presLayoutVars>
          <dgm:bulletEnabled val="1"/>
        </dgm:presLayoutVars>
      </dgm:prSet>
      <dgm:spPr/>
    </dgm:pt>
    <dgm:pt modelId="{BA02EAD1-C8B1-4D19-AFB7-5DE41E53A7D9}" type="pres">
      <dgm:prSet presAssocID="{3186746B-6C71-40AB-A26C-5EFB8B06E6D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30C642F-4BF1-45D4-B994-C1C22295EA53}" type="pres">
      <dgm:prSet presAssocID="{3186746B-6C71-40AB-A26C-5EFB8B06E6D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796CA04-B199-48C1-BB35-99A55DD3B538}" type="presOf" srcId="{D2C386F4-B02B-4AA3-85BD-5575308CD859}" destId="{2FA965E3-0AA6-4C61-971F-175B65E88D05}" srcOrd="0" destOrd="0" presId="urn:microsoft.com/office/officeart/2005/8/layout/vList2"/>
    <dgm:cxn modelId="{70621205-615B-405F-9E58-D13B8DA31BAF}" type="presOf" srcId="{8FCE270A-879D-42C2-8E14-10C4368A615C}" destId="{830C642F-4BF1-45D4-B994-C1C22295EA53}" srcOrd="0" destOrd="2" presId="urn:microsoft.com/office/officeart/2005/8/layout/vList2"/>
    <dgm:cxn modelId="{C428F80E-A02B-4D49-9114-593434BEEB53}" srcId="{A04791F6-68B9-4ECA-8829-7F1E93F7392C}" destId="{3D306D8B-73AA-4B3F-8F30-7B2E51639D3C}" srcOrd="0" destOrd="0" parTransId="{85D3542D-D0D6-42EF-AD4C-4E573C6A3D80}" sibTransId="{8E2B7274-723B-4450-8EFE-7D51E1C39AEE}"/>
    <dgm:cxn modelId="{7272301D-3622-4B63-BB3B-72CFF399422A}" srcId="{3186746B-6C71-40AB-A26C-5EFB8B06E6D8}" destId="{32802CE6-B964-4DA6-9A3A-F8C96392EC05}" srcOrd="0" destOrd="0" parTransId="{2EE80EDA-DD5C-40E9-A53C-65F751E51173}" sibTransId="{26E3D13F-AD26-427A-A042-0EAD8E16AA79}"/>
    <dgm:cxn modelId="{5B1CDB21-1CDB-4826-ADB8-D5719263C62B}" srcId="{3186746B-6C71-40AB-A26C-5EFB8B06E6D8}" destId="{888F098A-40BA-4319-B774-98D6694F1117}" srcOrd="1" destOrd="0" parTransId="{CF72750F-F2C1-4E2B-B7B1-A7E7FC157AE2}" sibTransId="{98CF37AB-9779-4D7D-B8F6-CA6E0ED8D11B}"/>
    <dgm:cxn modelId="{A26CD123-0850-493E-9624-EAEF749F72B1}" type="presOf" srcId="{411A6B21-CE47-4E03-95BC-9D04667AD3B0}" destId="{830C642F-4BF1-45D4-B994-C1C22295EA53}" srcOrd="0" destOrd="5" presId="urn:microsoft.com/office/officeart/2005/8/layout/vList2"/>
    <dgm:cxn modelId="{E4A28E25-3753-43D1-8E51-76EF61597DE2}" srcId="{D2C386F4-B02B-4AA3-85BD-5575308CD859}" destId="{A04791F6-68B9-4ECA-8829-7F1E93F7392C}" srcOrd="0" destOrd="0" parTransId="{960936A6-FC27-40C1-B2F8-E8B33542C13F}" sibTransId="{2836801A-0DF6-4075-B667-4B77B5378D2A}"/>
    <dgm:cxn modelId="{59E2023A-F56D-4C61-99BF-2312F963CBA0}" type="presOf" srcId="{671AF6D8-D1E2-4A3E-8742-E10247AB0CCD}" destId="{32C46EEB-7B78-465F-87B9-C93A554F425A}" srcOrd="0" destOrd="1" presId="urn:microsoft.com/office/officeart/2005/8/layout/vList2"/>
    <dgm:cxn modelId="{AAF70C3A-8F76-411C-A4D4-6673A35B73F6}" srcId="{3186746B-6C71-40AB-A26C-5EFB8B06E6D8}" destId="{8FCE270A-879D-42C2-8E14-10C4368A615C}" srcOrd="2" destOrd="0" parTransId="{C77C1643-F65E-48D1-B437-BF45A42D46E4}" sibTransId="{1223B538-9753-4E3A-9CA8-12F3527A192A}"/>
    <dgm:cxn modelId="{8347983A-4C20-4B3A-95B6-DF837D15555E}" type="presOf" srcId="{3186746B-6C71-40AB-A26C-5EFB8B06E6D8}" destId="{BA02EAD1-C8B1-4D19-AFB7-5DE41E53A7D9}" srcOrd="0" destOrd="0" presId="urn:microsoft.com/office/officeart/2005/8/layout/vList2"/>
    <dgm:cxn modelId="{9E538940-15A2-461A-AB44-0DE67E8EFBE6}" srcId="{D2C386F4-B02B-4AA3-85BD-5575308CD859}" destId="{3186746B-6C71-40AB-A26C-5EFB8B06E6D8}" srcOrd="1" destOrd="0" parTransId="{669C3609-64DC-4C1E-96C9-7189F2A9970F}" sibTransId="{AFFB3A34-F09A-4CD2-88D4-D4ED73875756}"/>
    <dgm:cxn modelId="{DB2E415D-57FA-475D-88F5-C4B5DD9D21A5}" type="presOf" srcId="{32802CE6-B964-4DA6-9A3A-F8C96392EC05}" destId="{830C642F-4BF1-45D4-B994-C1C22295EA53}" srcOrd="0" destOrd="0" presId="urn:microsoft.com/office/officeart/2005/8/layout/vList2"/>
    <dgm:cxn modelId="{5697A143-E34D-471F-840E-A04A8B0D9F31}" type="presOf" srcId="{3D306D8B-73AA-4B3F-8F30-7B2E51639D3C}" destId="{32C46EEB-7B78-465F-87B9-C93A554F425A}" srcOrd="0" destOrd="0" presId="urn:microsoft.com/office/officeart/2005/8/layout/vList2"/>
    <dgm:cxn modelId="{AE22974E-71D9-43D6-8286-EEA3357DF595}" type="presOf" srcId="{A04791F6-68B9-4ECA-8829-7F1E93F7392C}" destId="{72D095C8-BD7D-42BF-9FB0-1D3B5EFBB5D6}" srcOrd="0" destOrd="0" presId="urn:microsoft.com/office/officeart/2005/8/layout/vList2"/>
    <dgm:cxn modelId="{4786686F-7A97-4509-BBC3-1F781479D7D6}" srcId="{3186746B-6C71-40AB-A26C-5EFB8B06E6D8}" destId="{36852E63-0535-4105-8DBF-3FBEF477B48A}" srcOrd="4" destOrd="0" parTransId="{1CF91D82-9A07-4FEB-9FC5-77E37F9F91BF}" sibTransId="{869E9BA9-6534-41D1-94AB-3C036F333EA1}"/>
    <dgm:cxn modelId="{0E146154-AA28-4A62-8851-FEED94866C16}" srcId="{3186746B-6C71-40AB-A26C-5EFB8B06E6D8}" destId="{4AABB4A0-644C-4DC4-80E6-15EDEC9DE2DF}" srcOrd="3" destOrd="0" parTransId="{834B9380-215F-47C7-A5E1-FD8E2D75D381}" sibTransId="{22F58946-B65F-4E7C-A32E-350B011508BF}"/>
    <dgm:cxn modelId="{D3F54E78-5A84-4459-906C-9C430C2BE8CA}" type="presOf" srcId="{888F098A-40BA-4319-B774-98D6694F1117}" destId="{830C642F-4BF1-45D4-B994-C1C22295EA53}" srcOrd="0" destOrd="1" presId="urn:microsoft.com/office/officeart/2005/8/layout/vList2"/>
    <dgm:cxn modelId="{E04C83B9-6A16-4D4B-AA0B-4469FB91A1A6}" type="presOf" srcId="{36852E63-0535-4105-8DBF-3FBEF477B48A}" destId="{830C642F-4BF1-45D4-B994-C1C22295EA53}" srcOrd="0" destOrd="4" presId="urn:microsoft.com/office/officeart/2005/8/layout/vList2"/>
    <dgm:cxn modelId="{7A90B7CD-641D-45C8-A6D3-CBC5294EA117}" srcId="{A04791F6-68B9-4ECA-8829-7F1E93F7392C}" destId="{671AF6D8-D1E2-4A3E-8742-E10247AB0CCD}" srcOrd="1" destOrd="0" parTransId="{38A8A53F-5340-4E9C-9CF2-A5172F4F2208}" sibTransId="{F75E62B8-C612-4F43-9628-77BA1FEA878D}"/>
    <dgm:cxn modelId="{8D0560D9-4127-4394-A6C0-9EADABADD8E6}" srcId="{3186746B-6C71-40AB-A26C-5EFB8B06E6D8}" destId="{411A6B21-CE47-4E03-95BC-9D04667AD3B0}" srcOrd="5" destOrd="0" parTransId="{B3ACB215-860F-4087-8B4E-0530919BAE6F}" sibTransId="{CA8645A5-1FE2-48F4-B660-F9BE8013E421}"/>
    <dgm:cxn modelId="{730A49EC-E824-407D-B9A3-B99D0CD44264}" type="presOf" srcId="{4AABB4A0-644C-4DC4-80E6-15EDEC9DE2DF}" destId="{830C642F-4BF1-45D4-B994-C1C22295EA53}" srcOrd="0" destOrd="3" presId="urn:microsoft.com/office/officeart/2005/8/layout/vList2"/>
    <dgm:cxn modelId="{00DFE9FC-5DC3-4E72-A93F-66C1CB4D4F80}" type="presParOf" srcId="{2FA965E3-0AA6-4C61-971F-175B65E88D05}" destId="{72D095C8-BD7D-42BF-9FB0-1D3B5EFBB5D6}" srcOrd="0" destOrd="0" presId="urn:microsoft.com/office/officeart/2005/8/layout/vList2"/>
    <dgm:cxn modelId="{EDF7230F-F70B-4B1E-8C4F-3EEC684E09D6}" type="presParOf" srcId="{2FA965E3-0AA6-4C61-971F-175B65E88D05}" destId="{32C46EEB-7B78-465F-87B9-C93A554F425A}" srcOrd="1" destOrd="0" presId="urn:microsoft.com/office/officeart/2005/8/layout/vList2"/>
    <dgm:cxn modelId="{B42046DE-3A1B-4A42-9B88-1BEC6E671347}" type="presParOf" srcId="{2FA965E3-0AA6-4C61-971F-175B65E88D05}" destId="{BA02EAD1-C8B1-4D19-AFB7-5DE41E53A7D9}" srcOrd="2" destOrd="0" presId="urn:microsoft.com/office/officeart/2005/8/layout/vList2"/>
    <dgm:cxn modelId="{93B3A1FA-88DF-4278-BB22-FFC4A3AB1ED3}" type="presParOf" srcId="{2FA965E3-0AA6-4C61-971F-175B65E88D05}" destId="{830C642F-4BF1-45D4-B994-C1C22295EA5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7171B-7C7A-40D1-BB06-FC6DCF15C51F}">
      <dsp:nvSpPr>
        <dsp:cNvPr id="0" name=""/>
        <dsp:cNvSpPr/>
      </dsp:nvSpPr>
      <dsp:spPr>
        <a:xfrm>
          <a:off x="2447750" y="0"/>
          <a:ext cx="1509048" cy="983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98CC8-ECC1-409A-BB83-6562CB45FF8F}">
      <dsp:nvSpPr>
        <dsp:cNvPr id="0" name=""/>
        <dsp:cNvSpPr/>
      </dsp:nvSpPr>
      <dsp:spPr>
        <a:xfrm>
          <a:off x="1046491" y="1048048"/>
          <a:ext cx="4311566" cy="4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Memory</a:t>
          </a:r>
        </a:p>
      </dsp:txBody>
      <dsp:txXfrm>
        <a:off x="1046491" y="1048048"/>
        <a:ext cx="4311566" cy="421468"/>
      </dsp:txXfrm>
    </dsp:sp>
    <dsp:sp modelId="{7C58DE9B-33E4-4F52-929E-F9CA11B78702}">
      <dsp:nvSpPr>
        <dsp:cNvPr id="0" name=""/>
        <dsp:cNvSpPr/>
      </dsp:nvSpPr>
      <dsp:spPr>
        <a:xfrm>
          <a:off x="1046491" y="1499574"/>
          <a:ext cx="4311566" cy="80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consists of 8-bit bytes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 consecutive byte from a word(24 bits)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Total of 32768 (2^15) bytes in the computer memory</a:t>
          </a:r>
        </a:p>
      </dsp:txBody>
      <dsp:txXfrm>
        <a:off x="1046491" y="1499574"/>
        <a:ext cx="4311566" cy="808749"/>
      </dsp:txXfrm>
    </dsp:sp>
    <dsp:sp modelId="{C0A854F7-C01E-4CAA-9DB7-70A34C9C9018}">
      <dsp:nvSpPr>
        <dsp:cNvPr id="0" name=""/>
        <dsp:cNvSpPr/>
      </dsp:nvSpPr>
      <dsp:spPr>
        <a:xfrm>
          <a:off x="7513841" y="0"/>
          <a:ext cx="1509048" cy="983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824EC-4A24-40B7-B5F1-E0771E6CAAE2}">
      <dsp:nvSpPr>
        <dsp:cNvPr id="0" name=""/>
        <dsp:cNvSpPr/>
      </dsp:nvSpPr>
      <dsp:spPr>
        <a:xfrm>
          <a:off x="6112582" y="1048048"/>
          <a:ext cx="4311566" cy="4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 dirty="0"/>
            <a:t>Data Formats</a:t>
          </a:r>
        </a:p>
      </dsp:txBody>
      <dsp:txXfrm>
        <a:off x="6112582" y="1048048"/>
        <a:ext cx="4311566" cy="421468"/>
      </dsp:txXfrm>
    </dsp:sp>
    <dsp:sp modelId="{939ECE39-A851-40EC-945E-6123C6967F3D}">
      <dsp:nvSpPr>
        <dsp:cNvPr id="0" name=""/>
        <dsp:cNvSpPr/>
      </dsp:nvSpPr>
      <dsp:spPr>
        <a:xfrm>
          <a:off x="6112582" y="1499574"/>
          <a:ext cx="4311566" cy="808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Integers are stored as 24-bit binary numbers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2’S complement representation is used for negative values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Characters are stored using their 8-bit ASCII codes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floating-point hardware on the standard version of sic</a:t>
          </a:r>
        </a:p>
      </dsp:txBody>
      <dsp:txXfrm>
        <a:off x="6112582" y="1499574"/>
        <a:ext cx="4311566" cy="8087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D095C8-BD7D-42BF-9FB0-1D3B5EFBB5D6}">
      <dsp:nvSpPr>
        <dsp:cNvPr id="0" name=""/>
        <dsp:cNvSpPr/>
      </dsp:nvSpPr>
      <dsp:spPr>
        <a:xfrm>
          <a:off x="0" y="36685"/>
          <a:ext cx="6666833" cy="67158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Pseudo-Instructions</a:t>
          </a:r>
        </a:p>
      </dsp:txBody>
      <dsp:txXfrm>
        <a:off x="32784" y="69469"/>
        <a:ext cx="6601265" cy="606012"/>
      </dsp:txXfrm>
    </dsp:sp>
    <dsp:sp modelId="{32C46EEB-7B78-465F-87B9-C93A554F425A}">
      <dsp:nvSpPr>
        <dsp:cNvPr id="0" name=""/>
        <dsp:cNvSpPr/>
      </dsp:nvSpPr>
      <dsp:spPr>
        <a:xfrm>
          <a:off x="0" y="708265"/>
          <a:ext cx="6666833" cy="75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Not translated into machine instructions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Providing information to the assembler</a:t>
          </a:r>
        </a:p>
      </dsp:txBody>
      <dsp:txXfrm>
        <a:off x="0" y="708265"/>
        <a:ext cx="6666833" cy="753480"/>
      </dsp:txXfrm>
    </dsp:sp>
    <dsp:sp modelId="{BA02EAD1-C8B1-4D19-AFB7-5DE41E53A7D9}">
      <dsp:nvSpPr>
        <dsp:cNvPr id="0" name=""/>
        <dsp:cNvSpPr/>
      </dsp:nvSpPr>
      <dsp:spPr>
        <a:xfrm>
          <a:off x="0" y="1461745"/>
          <a:ext cx="6666833" cy="671580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Basic assembler directives</a:t>
          </a:r>
        </a:p>
      </dsp:txBody>
      <dsp:txXfrm>
        <a:off x="32784" y="1494529"/>
        <a:ext cx="6601265" cy="606012"/>
      </dsp:txXfrm>
    </dsp:sp>
    <dsp:sp modelId="{830C642F-4BF1-45D4-B994-C1C22295EA53}">
      <dsp:nvSpPr>
        <dsp:cNvPr id="0" name=""/>
        <dsp:cNvSpPr/>
      </dsp:nvSpPr>
      <dsp:spPr>
        <a:xfrm>
          <a:off x="0" y="2133325"/>
          <a:ext cx="6666833" cy="440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START: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Specify name and starting address for the program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END: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Indicate the end of the source program, and (optionally) the first executable instruction in the program.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BYTE: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character or hexadecimal constant, occupying as many bytes as needed to represent the constant.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WORD: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Generate one-word integer constant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RESB: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bytes for a data area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1" kern="1200" dirty="0"/>
            <a:t>RESW: </a:t>
          </a:r>
          <a:r>
            <a:rPr lang="en-US" sz="2200" kern="1200" dirty="0">
              <a:solidFill>
                <a:schemeClr val="accent1">
                  <a:lumMod val="75000"/>
                </a:schemeClr>
              </a:solidFill>
            </a:rPr>
            <a:t>Reserve the indicated number of words for a data area</a:t>
          </a:r>
        </a:p>
      </dsp:txBody>
      <dsp:txXfrm>
        <a:off x="0" y="2133325"/>
        <a:ext cx="6666833" cy="4404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9C0AE9E-D47A-49D5-B30A-0262751AB258}" type="datetimeFigureOut">
              <a:rPr lang="ar-EG" smtClean="0"/>
              <a:t>06/09/1447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429B219-3DC2-413E-BB62-B48BD1163176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2257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3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memory</a:t>
            </a:r>
            <a:r>
              <a:rPr lang="en-US" baseline="0" dirty="0"/>
              <a:t> size is 2 to the power 15 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561A07-D968-4BF5-A214-89A3BD472C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8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F86-8BE5-4E55-939A-4CA8B11FC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21AA2-5BB0-4C4E-9362-E15E12579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BBF3-9276-48E1-BF53-7D2FD4E4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9C5F4-375C-4955-8DC6-39A21275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211B-13B3-416E-9E2F-84224059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C7A-7F49-4E37-AB93-A92B8C89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D7D3-B31D-4045-AE6A-F094683F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9028B-D478-41E3-9DDE-EEF433CD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CAEA-3F00-4902-8163-FBCB35CA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0391-3218-4642-A28D-45628A4E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C7B-8EC2-43A1-88CF-261CF1E3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2B8-315A-4EA8-95B6-665C6C7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C6FC4-9A20-4B2F-8947-749AD468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6A3B8-6E20-47EB-ACF8-C26A39C1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DCF5-D810-42B2-8B1A-096B9EF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D6CD-24B6-4BF9-B895-24D9A666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1844-9155-440E-8DF3-D284F8B27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6E3-FF3A-47A1-99B6-96128472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DF9A2-1C36-4BCA-A2A4-1A087202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F623C-3EA6-473F-98B3-EAFF2239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91697-378E-46A4-B93E-A647E4CC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B791-C80A-4530-8024-6B3AD206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26DD-91AB-40AC-AF28-CE2656C91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F98-2D26-4CC6-91F2-519EC849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4AA12-4E53-4CD5-AE63-69E8D2A29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7952E-A7A8-49EF-B069-C5FFAF62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F1101-B919-440D-83BD-60B460D2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AD026-D9BF-4A89-8F3F-9B5353C8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25996-1530-41F6-8EAB-CE05F786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8EB-4D72-4C2D-99AC-D55ACA28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8C9-3F02-432A-B4D5-278B70CC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DCF67-E4E9-4BFC-9968-BD716497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7F7E0-B3F4-4E6D-8576-F8D47E8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4CC8-ACCA-4EEA-AB56-3AEF2C95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950FE-C59A-481E-A9E4-FB6ECD99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1CFF-8974-48DF-8EFB-12A5BB38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592A-B52D-4A0B-A9EB-5047C746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E7D3-1800-4524-B3F4-CF0746698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41D84-F575-462C-8593-B2826A86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F7C7D-DB09-4726-9C31-C2683651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D6D9-C349-4211-9234-AD56D5DA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BBE0B-FCCC-4D0F-B82E-B83C6008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75AF-83A9-41F7-A1A9-1B7F8A0C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22B42-C2F2-4C2C-8684-C040B4CD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149DA-CA59-47D5-8D34-BBC149D3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FC1A-4AB6-469F-BEF5-C7322822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5A0C-F869-4754-88DD-D7398913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BE0A7-E937-40D1-88AB-F3E48232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3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3AEF-430A-495B-856B-8DFD4157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B936-2C98-47CE-90E0-F748E2BDA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49B0-8378-4853-9239-E0803846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26D-B69A-4C9A-A689-89A10E159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1B6A8-1DF8-4990-9449-5E3C3EEF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6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B047E-737D-4624-A740-30D13563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6690D-B49A-4CD4-99C7-CEEB8D2B8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BB12-C641-41E3-9B7A-33E3AFF4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9F18-0E3E-439B-B096-2E16A3E2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E89C-BC4B-43FC-A12A-23FDF87F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2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CBD01-0B0B-443A-8335-D5A458CE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EBB28-D2F9-484E-80D3-757703EF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F4B7-DF04-4607-A541-75EE0B582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73F09-E982-45C1-964F-77925596AC3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5EB9-8FAE-4F4B-AED5-8E2F77521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C838-B67B-42EA-BA5C-9987844D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A2C71-D873-46F5-A7BE-8457A3538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80BC8-5CEA-085A-1903-C3871077E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Section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91832-72A5-6196-8537-6ECE0A21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Systems Programming ECE3502</a:t>
            </a:r>
          </a:p>
        </p:txBody>
      </p:sp>
    </p:spTree>
    <p:extLst>
      <p:ext uri="{BB962C8B-B14F-4D97-AF65-F5344CB8AC3E}">
        <p14:creationId xmlns:p14="http://schemas.microsoft.com/office/powerpoint/2010/main" val="36218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SIC machine architecture</a:t>
            </a:r>
          </a:p>
        </p:txBody>
      </p:sp>
      <p:graphicFrame>
        <p:nvGraphicFramePr>
          <p:cNvPr id="5" name="TextBox 5">
            <a:extLst>
              <a:ext uri="{FF2B5EF4-FFF2-40B4-BE49-F238E27FC236}">
                <a16:creationId xmlns:a16="http://schemas.microsoft.com/office/drawing/2014/main" id="{8C6EFAF4-2E55-999C-314D-153FE4FD4F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579676"/>
              </p:ext>
            </p:extLst>
          </p:nvPr>
        </p:nvGraphicFramePr>
        <p:xfrm>
          <a:off x="245270" y="2171233"/>
          <a:ext cx="1147064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1026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SIC machine architecture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64807FB-5A44-069D-A881-4CAC8F63C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45720" indent="0">
              <a:buNone/>
            </a:pPr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Instruction formats</a:t>
            </a:r>
          </a:p>
          <a:p>
            <a:pPr marL="274320" lvl="1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24-bit format</a:t>
            </a:r>
          </a:p>
          <a:p>
            <a:pPr lvl="1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	X is to indicate index-address mode</a:t>
            </a:r>
          </a:p>
          <a:p>
            <a:pPr marL="57150" lvl="1" indent="0">
              <a:buNone/>
            </a:pPr>
            <a:r>
              <a:rPr lang="en-US" sz="2200" b="1" u="sng" dirty="0">
                <a:solidFill>
                  <a:schemeClr val="accent1">
                    <a:lumMod val="50000"/>
                  </a:schemeClr>
                </a:solidFill>
              </a:rPr>
              <a:t>Addressing modes</a:t>
            </a:r>
          </a:p>
          <a:p>
            <a:pPr lvl="1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353902-6FD5-7D8C-32FC-E870FA567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571" y="2674469"/>
            <a:ext cx="7982663" cy="7853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7BDE122-A381-AC4B-C2F9-95134012D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30" y="4490536"/>
            <a:ext cx="7528761" cy="17771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AE9AE7-72A2-7B88-1823-C7D0273BE2D2}"/>
              </a:ext>
            </a:extLst>
          </p:cNvPr>
          <p:cNvSpPr txBox="1"/>
          <p:nvPr/>
        </p:nvSpPr>
        <p:spPr>
          <a:xfrm>
            <a:off x="7072430" y="5008880"/>
            <a:ext cx="401213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LDA ALPHA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 MEMORY[ALPHA]</a:t>
            </a:r>
          </a:p>
          <a:p>
            <a:endParaRPr lang="en-US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FF0000"/>
                </a:solidFill>
              </a:rPr>
              <a:t>LDA ALPHA,X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 MEMORY[ALPHA+X]</a:t>
            </a:r>
            <a:endParaRPr lang="ar-E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54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Assembler Directives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C4ED530-8B9D-027B-B131-4BB85CC3CD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22918"/>
              </p:ext>
            </p:extLst>
          </p:nvPr>
        </p:nvGraphicFramePr>
        <p:xfrm>
          <a:off x="4905052" y="97971"/>
          <a:ext cx="6666833" cy="6574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633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983" name="Rectangle 12598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63511" y="240764"/>
            <a:ext cx="7931403" cy="793379"/>
          </a:xfrm>
        </p:spPr>
        <p:txBody>
          <a:bodyPr anchor="b">
            <a:normAutofit/>
          </a:bodyPr>
          <a:lstStyle/>
          <a:p>
            <a:r>
              <a:rPr lang="en-US" altLang="zh-TW" b="1" dirty="0">
                <a:ln w="0"/>
              </a:rPr>
              <a:t>Assembler Data Structures</a:t>
            </a:r>
          </a:p>
        </p:txBody>
      </p:sp>
      <p:sp>
        <p:nvSpPr>
          <p:cNvPr id="125973" name="Rectangle 21"/>
          <p:cNvSpPr>
            <a:spLocks noGrp="1" noChangeArrowheads="1"/>
          </p:cNvSpPr>
          <p:nvPr>
            <p:ph type="body" idx="1"/>
          </p:nvPr>
        </p:nvSpPr>
        <p:spPr>
          <a:xfrm>
            <a:off x="3733800" y="1612866"/>
            <a:ext cx="4430486" cy="1672842"/>
          </a:xfrm>
        </p:spPr>
        <p:txBody>
          <a:bodyPr anchor="t">
            <a:normAutofit fontScale="92500"/>
          </a:bodyPr>
          <a:lstStyle/>
          <a:p>
            <a:pPr marL="0" indent="0" algn="ctr">
              <a:buNone/>
            </a:pP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Operation Code Table </a:t>
            </a:r>
            <a:r>
              <a:rPr lang="en-US" altLang="zh-TW" dirty="0">
                <a:solidFill>
                  <a:schemeClr val="accent1"/>
                </a:solidFill>
              </a:rPr>
              <a:t>(OPTAB)</a:t>
            </a:r>
          </a:p>
          <a:p>
            <a:pPr marL="0" indent="0" algn="ctr">
              <a:buNone/>
            </a:pP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Symbol Table </a:t>
            </a:r>
            <a:r>
              <a:rPr lang="en-US" altLang="zh-TW" dirty="0">
                <a:solidFill>
                  <a:schemeClr val="accent1"/>
                </a:solidFill>
              </a:rPr>
              <a:t>(SYMTAB)</a:t>
            </a:r>
          </a:p>
          <a:p>
            <a:pPr marL="0" indent="0" algn="ctr">
              <a:buNone/>
            </a:pP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Location Counter</a:t>
            </a:r>
            <a:r>
              <a:rPr lang="en-US" altLang="zh-TW" b="1" dirty="0"/>
              <a:t> </a:t>
            </a:r>
            <a:r>
              <a:rPr lang="en-US" altLang="zh-TW" dirty="0">
                <a:solidFill>
                  <a:schemeClr val="accent1"/>
                </a:solidFill>
              </a:rPr>
              <a:t>(LOCCTR)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3269" b="1431"/>
          <a:stretch/>
        </p:blipFill>
        <p:spPr>
          <a:xfrm>
            <a:off x="1814125" y="3340066"/>
            <a:ext cx="8039246" cy="2585720"/>
          </a:xfrm>
          <a:prstGeom prst="rect">
            <a:avLst/>
          </a:prstGeom>
        </p:spPr>
      </p:pic>
      <p:sp>
        <p:nvSpPr>
          <p:cNvPr id="125984" name="Rectangle 12598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82" name="Rectangle 12598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投影片編號版面配置區 50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E3F526B-1415-411F-BEA7-ACF38DFDAFC0}" type="slidenum">
              <a:rPr lang="zh-TW" alt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zh-TW" alt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42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 One</a:t>
            </a:r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26D5ABF0-0EB0-C5A4-7296-682B293231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4"/>
          <a:stretch/>
        </p:blipFill>
        <p:spPr bwMode="auto">
          <a:xfrm>
            <a:off x="3019792" y="1798070"/>
            <a:ext cx="6987808" cy="502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44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219471" y="16792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 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E8BDA-EB82-9971-CFE6-E1981EEA9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234" y="1830369"/>
            <a:ext cx="6353492" cy="48629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6C8BB8-D105-B3AF-E527-60474DCFCC87}"/>
              </a:ext>
            </a:extLst>
          </p:cNvPr>
          <p:cNvSpPr txBox="1"/>
          <p:nvPr/>
        </p:nvSpPr>
        <p:spPr>
          <a:xfrm>
            <a:off x="2539999" y="1562521"/>
            <a:ext cx="4521202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Symbols	           Instructions             Reference</a:t>
            </a:r>
            <a:endParaRPr lang="ar-EG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5C84B3-0254-27F7-A897-0A27294D4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242943"/>
              </p:ext>
            </p:extLst>
          </p:nvPr>
        </p:nvGraphicFramePr>
        <p:xfrm>
          <a:off x="76366" y="1660422"/>
          <a:ext cx="7687068" cy="4928049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921767">
                  <a:extLst>
                    <a:ext uri="{9D8B030D-6E8A-4147-A177-3AD203B41FA5}">
                      <a16:colId xmlns:a16="http://schemas.microsoft.com/office/drawing/2014/main" val="3131649774"/>
                    </a:ext>
                  </a:extLst>
                </a:gridCol>
                <a:gridCol w="1921767">
                  <a:extLst>
                    <a:ext uri="{9D8B030D-6E8A-4147-A177-3AD203B41FA5}">
                      <a16:colId xmlns:a16="http://schemas.microsoft.com/office/drawing/2014/main" val="1960888103"/>
                    </a:ext>
                  </a:extLst>
                </a:gridCol>
                <a:gridCol w="1593260">
                  <a:extLst>
                    <a:ext uri="{9D8B030D-6E8A-4147-A177-3AD203B41FA5}">
                      <a16:colId xmlns:a16="http://schemas.microsoft.com/office/drawing/2014/main" val="2216473935"/>
                    </a:ext>
                  </a:extLst>
                </a:gridCol>
                <a:gridCol w="2250274">
                  <a:extLst>
                    <a:ext uri="{9D8B030D-6E8A-4147-A177-3AD203B41FA5}">
                      <a16:colId xmlns:a16="http://schemas.microsoft.com/office/drawing/2014/main" val="2584979155"/>
                    </a:ext>
                  </a:extLst>
                </a:gridCol>
              </a:tblGrid>
              <a:tr h="244131">
                <a:tc>
                  <a:txBody>
                    <a:bodyPr/>
                    <a:lstStyle/>
                    <a:p>
                      <a:pPr rtl="1"/>
                      <a:r>
                        <a:rPr lang="en-US" sz="1000" dirty="0"/>
                        <a:t> </a:t>
                      </a:r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414912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67646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360707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321104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390994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91603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3638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14785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712501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38986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86560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439927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531567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781134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46137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577788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04399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51386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6813"/>
                  </a:ext>
                </a:extLst>
              </a:tr>
              <a:tr h="244131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3259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863E75C-D823-9E09-87B9-3D60773BFE7E}"/>
              </a:ext>
            </a:extLst>
          </p:cNvPr>
          <p:cNvSpPr txBox="1"/>
          <p:nvPr/>
        </p:nvSpPr>
        <p:spPr>
          <a:xfrm>
            <a:off x="219471" y="1578090"/>
            <a:ext cx="194373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Location Counter  	</a:t>
            </a:r>
            <a:endParaRPr lang="ar-E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9B9DA-1578-989D-818A-BF7663B175F3}"/>
              </a:ext>
            </a:extLst>
          </p:cNvPr>
          <p:cNvSpPr txBox="1"/>
          <p:nvPr/>
        </p:nvSpPr>
        <p:spPr>
          <a:xfrm>
            <a:off x="819468" y="1844819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1C8FA-8E8C-0A4D-103D-58A04CE220EE}"/>
              </a:ext>
            </a:extLst>
          </p:cNvPr>
          <p:cNvSpPr txBox="1"/>
          <p:nvPr/>
        </p:nvSpPr>
        <p:spPr>
          <a:xfrm>
            <a:off x="801699" y="2125643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318950-28EF-6ADE-A0E0-066CC801055C}"/>
              </a:ext>
            </a:extLst>
          </p:cNvPr>
          <p:cNvSpPr txBox="1"/>
          <p:nvPr/>
        </p:nvSpPr>
        <p:spPr>
          <a:xfrm>
            <a:off x="432948" y="2372096"/>
            <a:ext cx="16601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0000+3=0003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5F2D06-4132-04CE-6C78-95BE35A99FD4}"/>
              </a:ext>
            </a:extLst>
          </p:cNvPr>
          <p:cNvSpPr txBox="1"/>
          <p:nvPr/>
        </p:nvSpPr>
        <p:spPr>
          <a:xfrm>
            <a:off x="413628" y="3061244"/>
            <a:ext cx="155597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0009+3=000C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78A43-E764-E10A-3599-A965B8DB8F04}"/>
              </a:ext>
            </a:extLst>
          </p:cNvPr>
          <p:cNvSpPr txBox="1"/>
          <p:nvPr/>
        </p:nvSpPr>
        <p:spPr>
          <a:xfrm>
            <a:off x="422671" y="2594924"/>
            <a:ext cx="152574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0003+3=0006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781A8C-0532-504A-B2AC-9F2FE851DE1B}"/>
              </a:ext>
            </a:extLst>
          </p:cNvPr>
          <p:cNvSpPr txBox="1"/>
          <p:nvPr/>
        </p:nvSpPr>
        <p:spPr>
          <a:xfrm>
            <a:off x="399783" y="4063276"/>
            <a:ext cx="178411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0015+3=0018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CA1ACD-A083-C8B9-7BCC-76495877E119}"/>
              </a:ext>
            </a:extLst>
          </p:cNvPr>
          <p:cNvSpPr txBox="1"/>
          <p:nvPr/>
        </p:nvSpPr>
        <p:spPr>
          <a:xfrm>
            <a:off x="422671" y="3318803"/>
            <a:ext cx="167726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000C+3=000F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F40D4-DA7D-9317-CDFD-77D41D4AF9CB}"/>
              </a:ext>
            </a:extLst>
          </p:cNvPr>
          <p:cNvSpPr txBox="1"/>
          <p:nvPr/>
        </p:nvSpPr>
        <p:spPr>
          <a:xfrm>
            <a:off x="422671" y="2833316"/>
            <a:ext cx="15469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0006+3=0009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B72D14-C315-B53C-765A-A514293952A0}"/>
              </a:ext>
            </a:extLst>
          </p:cNvPr>
          <p:cNvSpPr txBox="1"/>
          <p:nvPr/>
        </p:nvSpPr>
        <p:spPr>
          <a:xfrm>
            <a:off x="413628" y="3570370"/>
            <a:ext cx="16432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000F+3=0012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8070A-061B-6FD6-F90A-4FEECE733A3B}"/>
              </a:ext>
            </a:extLst>
          </p:cNvPr>
          <p:cNvSpPr txBox="1"/>
          <p:nvPr/>
        </p:nvSpPr>
        <p:spPr>
          <a:xfrm>
            <a:off x="410442" y="3816823"/>
            <a:ext cx="167726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0012+3=0015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F145C8-2EAB-6574-BE1D-337E0E18B2BB}"/>
              </a:ext>
            </a:extLst>
          </p:cNvPr>
          <p:cNvSpPr txBox="1"/>
          <p:nvPr/>
        </p:nvSpPr>
        <p:spPr>
          <a:xfrm>
            <a:off x="393595" y="4539096"/>
            <a:ext cx="172444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001B+3=001E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FE3F5-52C0-7440-1D19-8FF7A0F735A1}"/>
              </a:ext>
            </a:extLst>
          </p:cNvPr>
          <p:cNvSpPr txBox="1"/>
          <p:nvPr/>
        </p:nvSpPr>
        <p:spPr>
          <a:xfrm>
            <a:off x="393595" y="4302322"/>
            <a:ext cx="174844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0018+3=001B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3EF657-DDB2-107C-2507-57BAA4D92257}"/>
              </a:ext>
            </a:extLst>
          </p:cNvPr>
          <p:cNvSpPr txBox="1"/>
          <p:nvPr/>
        </p:nvSpPr>
        <p:spPr>
          <a:xfrm>
            <a:off x="400208" y="4770444"/>
            <a:ext cx="16825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001E+3=0021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5F24FE-8744-943A-A8C7-70BCB11DD451}"/>
              </a:ext>
            </a:extLst>
          </p:cNvPr>
          <p:cNvSpPr txBox="1"/>
          <p:nvPr/>
        </p:nvSpPr>
        <p:spPr>
          <a:xfrm>
            <a:off x="393595" y="5024899"/>
            <a:ext cx="15469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0021+3=0024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5DACC0-A0D9-A78E-65AF-B68EB27E7743}"/>
              </a:ext>
            </a:extLst>
          </p:cNvPr>
          <p:cNvSpPr txBox="1"/>
          <p:nvPr/>
        </p:nvSpPr>
        <p:spPr>
          <a:xfrm>
            <a:off x="422671" y="5495306"/>
            <a:ext cx="1639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0150+3=0153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56AA4-DF9F-D5F9-69D2-2713231214BB}"/>
              </a:ext>
            </a:extLst>
          </p:cNvPr>
          <p:cNvSpPr txBox="1"/>
          <p:nvPr/>
        </p:nvSpPr>
        <p:spPr>
          <a:xfrm>
            <a:off x="412004" y="5769968"/>
            <a:ext cx="186680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0153+3=0156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167A69-5B4B-410F-A7A9-0BE7539FCE09}"/>
              </a:ext>
            </a:extLst>
          </p:cNvPr>
          <p:cNvSpPr txBox="1"/>
          <p:nvPr/>
        </p:nvSpPr>
        <p:spPr>
          <a:xfrm>
            <a:off x="-3" y="5270253"/>
            <a:ext cx="269033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0024+(100*3)</a:t>
            </a:r>
            <a:r>
              <a:rPr lang="en-US" baseline="30000" dirty="0">
                <a:solidFill>
                  <a:srgbClr val="FF0000"/>
                </a:solidFill>
              </a:rPr>
              <a:t>10</a:t>
            </a:r>
            <a:r>
              <a:rPr lang="en-US" dirty="0">
                <a:solidFill>
                  <a:srgbClr val="FF0000"/>
                </a:solidFill>
              </a:rPr>
              <a:t> = 0150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D6EDD6-988C-14B3-8B57-511F74FE4C54}"/>
              </a:ext>
            </a:extLst>
          </p:cNvPr>
          <p:cNvSpPr txBox="1"/>
          <p:nvPr/>
        </p:nvSpPr>
        <p:spPr>
          <a:xfrm>
            <a:off x="422671" y="6031025"/>
            <a:ext cx="14721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0156+3=0159</a:t>
            </a:r>
            <a:endParaRPr lang="ar-EG" dirty="0">
              <a:solidFill>
                <a:srgbClr val="FF0000"/>
              </a:solidFill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EE2B3C7-2A42-7E7B-C5FF-1B93ABEC6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350920"/>
              </p:ext>
            </p:extLst>
          </p:nvPr>
        </p:nvGraphicFramePr>
        <p:xfrm>
          <a:off x="8467785" y="2121681"/>
          <a:ext cx="3019864" cy="35887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9932">
                  <a:extLst>
                    <a:ext uri="{9D8B030D-6E8A-4147-A177-3AD203B41FA5}">
                      <a16:colId xmlns:a16="http://schemas.microsoft.com/office/drawing/2014/main" val="2834312758"/>
                    </a:ext>
                  </a:extLst>
                </a:gridCol>
                <a:gridCol w="1509932">
                  <a:extLst>
                    <a:ext uri="{9D8B030D-6E8A-4147-A177-3AD203B41FA5}">
                      <a16:colId xmlns:a16="http://schemas.microsoft.com/office/drawing/2014/main" val="1644488511"/>
                    </a:ext>
                  </a:extLst>
                </a:gridCol>
              </a:tblGrid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Symbol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Address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60242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Prog1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0000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215595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Loop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0006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095042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Index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0021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23051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Alpha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0024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140658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Zero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0150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436905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K300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0153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525988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Three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0156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454126"/>
                  </a:ext>
                </a:extLst>
              </a:tr>
              <a:tr h="39875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Twenty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0159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12357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6A16B50-BE8F-F4D9-A13A-87BB890B4CC5}"/>
              </a:ext>
            </a:extLst>
          </p:cNvPr>
          <p:cNvSpPr txBox="1"/>
          <p:nvPr/>
        </p:nvSpPr>
        <p:spPr>
          <a:xfrm>
            <a:off x="9217424" y="1688977"/>
            <a:ext cx="19437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 Table</a:t>
            </a:r>
            <a:endParaRPr lang="ar-E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8F8EA2-5D7D-A007-078A-E4B820CC45AE}"/>
              </a:ext>
            </a:extLst>
          </p:cNvPr>
          <p:cNvSpPr txBox="1"/>
          <p:nvPr/>
        </p:nvSpPr>
        <p:spPr>
          <a:xfrm>
            <a:off x="432948" y="6288132"/>
            <a:ext cx="14721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0159+3=015C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858FEE-93FA-78A5-CD76-D686E8932029}"/>
              </a:ext>
            </a:extLst>
          </p:cNvPr>
          <p:cNvSpPr txBox="1"/>
          <p:nvPr/>
        </p:nvSpPr>
        <p:spPr>
          <a:xfrm>
            <a:off x="8204433" y="376600"/>
            <a:ext cx="38243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Translate (by hand) the following assembly program to SIC object code. Which contains H record, T record, and E record. </a:t>
            </a:r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4B36A-0E3F-124E-61DA-D10ACB9EFF74}"/>
              </a:ext>
            </a:extLst>
          </p:cNvPr>
          <p:cNvSpPr txBox="1"/>
          <p:nvPr/>
        </p:nvSpPr>
        <p:spPr>
          <a:xfrm>
            <a:off x="9035644" y="30889"/>
            <a:ext cx="2386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</a:rPr>
              <a:t>Sheet 2 Question 1</a:t>
            </a:r>
          </a:p>
        </p:txBody>
      </p:sp>
    </p:spTree>
    <p:extLst>
      <p:ext uri="{BB962C8B-B14F-4D97-AF65-F5344CB8AC3E}">
        <p14:creationId xmlns:p14="http://schemas.microsoft.com/office/powerpoint/2010/main" val="109949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2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 Two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E8BDA-EB82-9971-CFE6-E1981EEA93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9578" y="2042676"/>
            <a:ext cx="6353492" cy="48629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6C8BB8-D105-B3AF-E527-60474DCFCC87}"/>
              </a:ext>
            </a:extLst>
          </p:cNvPr>
          <p:cNvSpPr txBox="1"/>
          <p:nvPr/>
        </p:nvSpPr>
        <p:spPr>
          <a:xfrm>
            <a:off x="1383686" y="1633659"/>
            <a:ext cx="4521202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Symbols	           Instructions             Reference</a:t>
            </a:r>
            <a:endParaRPr lang="ar-EG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5C84B3-0254-27F7-A897-0A27294D4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542616"/>
              </p:ext>
            </p:extLst>
          </p:nvPr>
        </p:nvGraphicFramePr>
        <p:xfrm>
          <a:off x="93855" y="1574310"/>
          <a:ext cx="7414385" cy="5884854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513067">
                  <a:extLst>
                    <a:ext uri="{9D8B030D-6E8A-4147-A177-3AD203B41FA5}">
                      <a16:colId xmlns:a16="http://schemas.microsoft.com/office/drawing/2014/main" val="3407784883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131649774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960888103"/>
                    </a:ext>
                  </a:extLst>
                </a:gridCol>
                <a:gridCol w="1326808">
                  <a:extLst>
                    <a:ext uri="{9D8B030D-6E8A-4147-A177-3AD203B41FA5}">
                      <a16:colId xmlns:a16="http://schemas.microsoft.com/office/drawing/2014/main" val="2216473935"/>
                    </a:ext>
                  </a:extLst>
                </a:gridCol>
                <a:gridCol w="957550">
                  <a:extLst>
                    <a:ext uri="{9D8B030D-6E8A-4147-A177-3AD203B41FA5}">
                      <a16:colId xmlns:a16="http://schemas.microsoft.com/office/drawing/2014/main" val="2584979155"/>
                    </a:ext>
                  </a:extLst>
                </a:gridCol>
              </a:tblGrid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/>
                        <a:t> </a:t>
                      </a:r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414912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6764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36070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32110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39099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91603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3638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14785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712501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3898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86560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43992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53156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78113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4613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577788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04399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51386"/>
                  </a:ext>
                </a:extLst>
              </a:tr>
              <a:tr h="91661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6813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3894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863E75C-D823-9E09-87B9-3D60773BFE7E}"/>
              </a:ext>
            </a:extLst>
          </p:cNvPr>
          <p:cNvSpPr txBox="1"/>
          <p:nvPr/>
        </p:nvSpPr>
        <p:spPr>
          <a:xfrm>
            <a:off x="93855" y="1484038"/>
            <a:ext cx="144066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Location Counter  	</a:t>
            </a:r>
            <a:endParaRPr lang="ar-E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9B9DA-1578-989D-818A-BF7663B175F3}"/>
              </a:ext>
            </a:extLst>
          </p:cNvPr>
          <p:cNvSpPr txBox="1"/>
          <p:nvPr/>
        </p:nvSpPr>
        <p:spPr>
          <a:xfrm>
            <a:off x="248460" y="2074874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1C8FA-8E8C-0A4D-103D-58A04CE220EE}"/>
              </a:ext>
            </a:extLst>
          </p:cNvPr>
          <p:cNvSpPr txBox="1"/>
          <p:nvPr/>
        </p:nvSpPr>
        <p:spPr>
          <a:xfrm>
            <a:off x="235682" y="231514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318950-28EF-6ADE-A0E0-066CC801055C}"/>
              </a:ext>
            </a:extLst>
          </p:cNvPr>
          <p:cNvSpPr txBox="1"/>
          <p:nvPr/>
        </p:nvSpPr>
        <p:spPr>
          <a:xfrm>
            <a:off x="235682" y="2552118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5F2D06-4132-04CE-6C78-95BE35A99FD4}"/>
              </a:ext>
            </a:extLst>
          </p:cNvPr>
          <p:cNvSpPr txBox="1"/>
          <p:nvPr/>
        </p:nvSpPr>
        <p:spPr>
          <a:xfrm>
            <a:off x="239416" y="3303421"/>
            <a:ext cx="6801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000C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78A43-E764-E10A-3599-A965B8DB8F04}"/>
              </a:ext>
            </a:extLst>
          </p:cNvPr>
          <p:cNvSpPr txBox="1"/>
          <p:nvPr/>
        </p:nvSpPr>
        <p:spPr>
          <a:xfrm>
            <a:off x="235682" y="2804608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781A8C-0532-504A-B2AC-9F2FE851DE1B}"/>
              </a:ext>
            </a:extLst>
          </p:cNvPr>
          <p:cNvSpPr txBox="1"/>
          <p:nvPr/>
        </p:nvSpPr>
        <p:spPr>
          <a:xfrm>
            <a:off x="235682" y="4271296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0018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CA1ACD-A083-C8B9-7BCC-76495877E119}"/>
              </a:ext>
            </a:extLst>
          </p:cNvPr>
          <p:cNvSpPr txBox="1"/>
          <p:nvPr/>
        </p:nvSpPr>
        <p:spPr>
          <a:xfrm>
            <a:off x="248460" y="3538167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000F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F40D4-DA7D-9317-CDFD-77D41D4AF9CB}"/>
              </a:ext>
            </a:extLst>
          </p:cNvPr>
          <p:cNvSpPr txBox="1"/>
          <p:nvPr/>
        </p:nvSpPr>
        <p:spPr>
          <a:xfrm>
            <a:off x="248460" y="3061383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0009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B72D14-C315-B53C-765A-A514293952A0}"/>
              </a:ext>
            </a:extLst>
          </p:cNvPr>
          <p:cNvSpPr txBox="1"/>
          <p:nvPr/>
        </p:nvSpPr>
        <p:spPr>
          <a:xfrm>
            <a:off x="248460" y="3780205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0012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8070A-061B-6FD6-F90A-4FEECE733A3B}"/>
              </a:ext>
            </a:extLst>
          </p:cNvPr>
          <p:cNvSpPr txBox="1"/>
          <p:nvPr/>
        </p:nvSpPr>
        <p:spPr>
          <a:xfrm>
            <a:off x="235682" y="403762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0015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F145C8-2EAB-6574-BE1D-337E0E18B2BB}"/>
              </a:ext>
            </a:extLst>
          </p:cNvPr>
          <p:cNvSpPr txBox="1"/>
          <p:nvPr/>
        </p:nvSpPr>
        <p:spPr>
          <a:xfrm>
            <a:off x="248460" y="4749377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001E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FE3F5-52C0-7440-1D19-8FF7A0F735A1}"/>
              </a:ext>
            </a:extLst>
          </p:cNvPr>
          <p:cNvSpPr txBox="1"/>
          <p:nvPr/>
        </p:nvSpPr>
        <p:spPr>
          <a:xfrm>
            <a:off x="248459" y="4523552"/>
            <a:ext cx="7313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001B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3EF657-DDB2-107C-2507-57BAA4D92257}"/>
              </a:ext>
            </a:extLst>
          </p:cNvPr>
          <p:cNvSpPr txBox="1"/>
          <p:nvPr/>
        </p:nvSpPr>
        <p:spPr>
          <a:xfrm>
            <a:off x="248460" y="500948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5F24FE-8744-943A-A8C7-70BCB11DD451}"/>
              </a:ext>
            </a:extLst>
          </p:cNvPr>
          <p:cNvSpPr txBox="1"/>
          <p:nvPr/>
        </p:nvSpPr>
        <p:spPr>
          <a:xfrm>
            <a:off x="248460" y="5254780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0024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5DACC0-A0D9-A78E-65AF-B68EB27E7743}"/>
              </a:ext>
            </a:extLst>
          </p:cNvPr>
          <p:cNvSpPr txBox="1"/>
          <p:nvPr/>
        </p:nvSpPr>
        <p:spPr>
          <a:xfrm>
            <a:off x="248460" y="573322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56AA4-DF9F-D5F9-69D2-2713231214BB}"/>
              </a:ext>
            </a:extLst>
          </p:cNvPr>
          <p:cNvSpPr txBox="1"/>
          <p:nvPr/>
        </p:nvSpPr>
        <p:spPr>
          <a:xfrm>
            <a:off x="252510" y="5962601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167A69-5B4B-410F-A7A9-0BE7539FCE09}"/>
              </a:ext>
            </a:extLst>
          </p:cNvPr>
          <p:cNvSpPr txBox="1"/>
          <p:nvPr/>
        </p:nvSpPr>
        <p:spPr>
          <a:xfrm>
            <a:off x="248460" y="5499906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D6EDD6-988C-14B3-8B57-511F74FE4C54}"/>
              </a:ext>
            </a:extLst>
          </p:cNvPr>
          <p:cNvSpPr txBox="1"/>
          <p:nvPr/>
        </p:nvSpPr>
        <p:spPr>
          <a:xfrm>
            <a:off x="235682" y="6240630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0159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3A48B-5921-AAA9-E505-67C9D105CE16}"/>
              </a:ext>
            </a:extLst>
          </p:cNvPr>
          <p:cNvSpPr txBox="1"/>
          <p:nvPr/>
        </p:nvSpPr>
        <p:spPr>
          <a:xfrm>
            <a:off x="6296515" y="1733684"/>
            <a:ext cx="20374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Obj.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Code  	</a:t>
            </a:r>
            <a:endParaRPr lang="ar-E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4F4433-61A2-2079-D078-A70347C5D51E}"/>
              </a:ext>
            </a:extLst>
          </p:cNvPr>
          <p:cNvSpPr txBox="1"/>
          <p:nvPr/>
        </p:nvSpPr>
        <p:spPr>
          <a:xfrm>
            <a:off x="6145126" y="2073738"/>
            <a:ext cx="18116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2E272D-7556-F7E7-FD77-99C6502D2522}"/>
              </a:ext>
            </a:extLst>
          </p:cNvPr>
          <p:cNvSpPr txBox="1"/>
          <p:nvPr/>
        </p:nvSpPr>
        <p:spPr>
          <a:xfrm>
            <a:off x="6191825" y="2314069"/>
            <a:ext cx="117509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000150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EDA7BB-6B31-217C-8F70-DA4966C0F6E3}"/>
              </a:ext>
            </a:extLst>
          </p:cNvPr>
          <p:cNvSpPr txBox="1"/>
          <p:nvPr/>
        </p:nvSpPr>
        <p:spPr>
          <a:xfrm>
            <a:off x="6191826" y="2551045"/>
            <a:ext cx="11750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0C0021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3F1BBF5-7F3F-B5FD-ED5F-154DE72CAAC3}"/>
              </a:ext>
            </a:extLst>
          </p:cNvPr>
          <p:cNvSpPr txBox="1"/>
          <p:nvPr/>
        </p:nvSpPr>
        <p:spPr>
          <a:xfrm>
            <a:off x="243755" y="6484554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015C</a:t>
            </a:r>
            <a:endParaRPr lang="ar-EG" dirty="0">
              <a:solidFill>
                <a:srgbClr val="FF0000"/>
              </a:solidFill>
            </a:endParaRPr>
          </a:p>
        </p:txBody>
      </p:sp>
      <p:graphicFrame>
        <p:nvGraphicFramePr>
          <p:cNvPr id="1026" name="Table 1025">
            <a:extLst>
              <a:ext uri="{FF2B5EF4-FFF2-40B4-BE49-F238E27FC236}">
                <a16:creationId xmlns:a16="http://schemas.microsoft.com/office/drawing/2014/main" id="{59B600EA-420B-0176-2500-FBAFFCF90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429333"/>
              </p:ext>
            </p:extLst>
          </p:nvPr>
        </p:nvGraphicFramePr>
        <p:xfrm>
          <a:off x="7763434" y="2182349"/>
          <a:ext cx="4141492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83406">
                  <a:extLst>
                    <a:ext uri="{9D8B030D-6E8A-4147-A177-3AD203B41FA5}">
                      <a16:colId xmlns:a16="http://schemas.microsoft.com/office/drawing/2014/main" val="14821926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68099620"/>
                    </a:ext>
                  </a:extLst>
                </a:gridCol>
                <a:gridCol w="1248486">
                  <a:extLst>
                    <a:ext uri="{9D8B030D-6E8A-4147-A177-3AD203B41FA5}">
                      <a16:colId xmlns:a16="http://schemas.microsoft.com/office/drawing/2014/main" val="155180522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LDA      ZERO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61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Address (15bits)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Opcode (8)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3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0150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3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b="1" strike="sngStrike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000 0001 0101 0000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0000 0000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5524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0150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02299"/>
                  </a:ext>
                </a:extLst>
              </a:tr>
            </a:tbl>
          </a:graphicData>
        </a:graphic>
      </p:graphicFrame>
      <p:graphicFrame>
        <p:nvGraphicFramePr>
          <p:cNvPr id="1029" name="Table 1028">
            <a:extLst>
              <a:ext uri="{FF2B5EF4-FFF2-40B4-BE49-F238E27FC236}">
                <a16:creationId xmlns:a16="http://schemas.microsoft.com/office/drawing/2014/main" id="{5E655D42-5A98-4AD6-FE34-A365241CD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338456"/>
              </p:ext>
            </p:extLst>
          </p:nvPr>
        </p:nvGraphicFramePr>
        <p:xfrm>
          <a:off x="7763434" y="4450641"/>
          <a:ext cx="4141492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83406">
                  <a:extLst>
                    <a:ext uri="{9D8B030D-6E8A-4147-A177-3AD203B41FA5}">
                      <a16:colId xmlns:a16="http://schemas.microsoft.com/office/drawing/2014/main" val="14821926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68099620"/>
                    </a:ext>
                  </a:extLst>
                </a:gridCol>
                <a:gridCol w="1248486">
                  <a:extLst>
                    <a:ext uri="{9D8B030D-6E8A-4147-A177-3AD203B41FA5}">
                      <a16:colId xmlns:a16="http://schemas.microsoft.com/office/drawing/2014/main" val="155180522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      INDEX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61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Address (15bits)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Opcode (8)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3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0021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0C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3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b="1" strike="sngStrike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000 0000 0010 0001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0000 1100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5524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0021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0C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02299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1DEADD7-0CA1-8ED0-91C3-2885C320F3F8}"/>
              </a:ext>
            </a:extLst>
          </p:cNvPr>
          <p:cNvSpPr txBox="1"/>
          <p:nvPr/>
        </p:nvSpPr>
        <p:spPr>
          <a:xfrm>
            <a:off x="8784654" y="604789"/>
            <a:ext cx="2386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57470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 Two.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E8BDA-EB82-9971-CFE6-E1981EEA93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9578" y="2042676"/>
            <a:ext cx="6353492" cy="48629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6C8BB8-D105-B3AF-E527-60474DCFCC87}"/>
              </a:ext>
            </a:extLst>
          </p:cNvPr>
          <p:cNvSpPr txBox="1"/>
          <p:nvPr/>
        </p:nvSpPr>
        <p:spPr>
          <a:xfrm>
            <a:off x="1383686" y="1633659"/>
            <a:ext cx="4521202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Symbols	           Instructions             Reference</a:t>
            </a:r>
            <a:endParaRPr lang="ar-EG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5C84B3-0254-27F7-A897-0A27294D45CC}"/>
              </a:ext>
            </a:extLst>
          </p:cNvPr>
          <p:cNvGraphicFramePr>
            <a:graphicFrameLocks noGrp="1"/>
          </p:cNvGraphicFramePr>
          <p:nvPr/>
        </p:nvGraphicFramePr>
        <p:xfrm>
          <a:off x="93855" y="1574310"/>
          <a:ext cx="7414385" cy="5212080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513067">
                  <a:extLst>
                    <a:ext uri="{9D8B030D-6E8A-4147-A177-3AD203B41FA5}">
                      <a16:colId xmlns:a16="http://schemas.microsoft.com/office/drawing/2014/main" val="3407784883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131649774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960888103"/>
                    </a:ext>
                  </a:extLst>
                </a:gridCol>
                <a:gridCol w="1326808">
                  <a:extLst>
                    <a:ext uri="{9D8B030D-6E8A-4147-A177-3AD203B41FA5}">
                      <a16:colId xmlns:a16="http://schemas.microsoft.com/office/drawing/2014/main" val="2216473935"/>
                    </a:ext>
                  </a:extLst>
                </a:gridCol>
                <a:gridCol w="957550">
                  <a:extLst>
                    <a:ext uri="{9D8B030D-6E8A-4147-A177-3AD203B41FA5}">
                      <a16:colId xmlns:a16="http://schemas.microsoft.com/office/drawing/2014/main" val="2584979155"/>
                    </a:ext>
                  </a:extLst>
                </a:gridCol>
              </a:tblGrid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/>
                        <a:t> </a:t>
                      </a:r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414912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6764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36070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32110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39099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91603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3638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14785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712501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3898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86560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43992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53156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78113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94613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577788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04399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5138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6813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3894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863E75C-D823-9E09-87B9-3D60773BFE7E}"/>
              </a:ext>
            </a:extLst>
          </p:cNvPr>
          <p:cNvSpPr txBox="1"/>
          <p:nvPr/>
        </p:nvSpPr>
        <p:spPr>
          <a:xfrm>
            <a:off x="93855" y="1484038"/>
            <a:ext cx="144066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Location Counter  	</a:t>
            </a:r>
            <a:endParaRPr lang="ar-E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69B9DA-1578-989D-818A-BF7663B175F3}"/>
              </a:ext>
            </a:extLst>
          </p:cNvPr>
          <p:cNvSpPr txBox="1"/>
          <p:nvPr/>
        </p:nvSpPr>
        <p:spPr>
          <a:xfrm>
            <a:off x="248460" y="2074874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1C8FA-8E8C-0A4D-103D-58A04CE220EE}"/>
              </a:ext>
            </a:extLst>
          </p:cNvPr>
          <p:cNvSpPr txBox="1"/>
          <p:nvPr/>
        </p:nvSpPr>
        <p:spPr>
          <a:xfrm>
            <a:off x="235682" y="231514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318950-28EF-6ADE-A0E0-066CC801055C}"/>
              </a:ext>
            </a:extLst>
          </p:cNvPr>
          <p:cNvSpPr txBox="1"/>
          <p:nvPr/>
        </p:nvSpPr>
        <p:spPr>
          <a:xfrm>
            <a:off x="235682" y="2552118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5F2D06-4132-04CE-6C78-95BE35A99FD4}"/>
              </a:ext>
            </a:extLst>
          </p:cNvPr>
          <p:cNvSpPr txBox="1"/>
          <p:nvPr/>
        </p:nvSpPr>
        <p:spPr>
          <a:xfrm>
            <a:off x="239416" y="3303421"/>
            <a:ext cx="6801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000C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78A43-E764-E10A-3599-A965B8DB8F04}"/>
              </a:ext>
            </a:extLst>
          </p:cNvPr>
          <p:cNvSpPr txBox="1"/>
          <p:nvPr/>
        </p:nvSpPr>
        <p:spPr>
          <a:xfrm>
            <a:off x="235682" y="2804608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781A8C-0532-504A-B2AC-9F2FE851DE1B}"/>
              </a:ext>
            </a:extLst>
          </p:cNvPr>
          <p:cNvSpPr txBox="1"/>
          <p:nvPr/>
        </p:nvSpPr>
        <p:spPr>
          <a:xfrm>
            <a:off x="235682" y="4271296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0018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CA1ACD-A083-C8B9-7BCC-76495877E119}"/>
              </a:ext>
            </a:extLst>
          </p:cNvPr>
          <p:cNvSpPr txBox="1"/>
          <p:nvPr/>
        </p:nvSpPr>
        <p:spPr>
          <a:xfrm>
            <a:off x="248460" y="3538167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000F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F40D4-DA7D-9317-CDFD-77D41D4AF9CB}"/>
              </a:ext>
            </a:extLst>
          </p:cNvPr>
          <p:cNvSpPr txBox="1"/>
          <p:nvPr/>
        </p:nvSpPr>
        <p:spPr>
          <a:xfrm>
            <a:off x="248460" y="3061383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0009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B72D14-C315-B53C-765A-A514293952A0}"/>
              </a:ext>
            </a:extLst>
          </p:cNvPr>
          <p:cNvSpPr txBox="1"/>
          <p:nvPr/>
        </p:nvSpPr>
        <p:spPr>
          <a:xfrm>
            <a:off x="248460" y="3780205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0012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8070A-061B-6FD6-F90A-4FEECE733A3B}"/>
              </a:ext>
            </a:extLst>
          </p:cNvPr>
          <p:cNvSpPr txBox="1"/>
          <p:nvPr/>
        </p:nvSpPr>
        <p:spPr>
          <a:xfrm>
            <a:off x="235682" y="403762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0015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F145C8-2EAB-6574-BE1D-337E0E18B2BB}"/>
              </a:ext>
            </a:extLst>
          </p:cNvPr>
          <p:cNvSpPr txBox="1"/>
          <p:nvPr/>
        </p:nvSpPr>
        <p:spPr>
          <a:xfrm>
            <a:off x="248460" y="4749377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001E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FE3F5-52C0-7440-1D19-8FF7A0F735A1}"/>
              </a:ext>
            </a:extLst>
          </p:cNvPr>
          <p:cNvSpPr txBox="1"/>
          <p:nvPr/>
        </p:nvSpPr>
        <p:spPr>
          <a:xfrm>
            <a:off x="248459" y="4523552"/>
            <a:ext cx="7313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001B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3EF657-DDB2-107C-2507-57BAA4D92257}"/>
              </a:ext>
            </a:extLst>
          </p:cNvPr>
          <p:cNvSpPr txBox="1"/>
          <p:nvPr/>
        </p:nvSpPr>
        <p:spPr>
          <a:xfrm>
            <a:off x="248460" y="500948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5F24FE-8744-943A-A8C7-70BCB11DD451}"/>
              </a:ext>
            </a:extLst>
          </p:cNvPr>
          <p:cNvSpPr txBox="1"/>
          <p:nvPr/>
        </p:nvSpPr>
        <p:spPr>
          <a:xfrm>
            <a:off x="248460" y="5254780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0024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5DACC0-A0D9-A78E-65AF-B68EB27E7743}"/>
              </a:ext>
            </a:extLst>
          </p:cNvPr>
          <p:cNvSpPr txBox="1"/>
          <p:nvPr/>
        </p:nvSpPr>
        <p:spPr>
          <a:xfrm>
            <a:off x="248460" y="5733222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56AA4-DF9F-D5F9-69D2-2713231214BB}"/>
              </a:ext>
            </a:extLst>
          </p:cNvPr>
          <p:cNvSpPr txBox="1"/>
          <p:nvPr/>
        </p:nvSpPr>
        <p:spPr>
          <a:xfrm>
            <a:off x="252510" y="5962601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167A69-5B4B-410F-A7A9-0BE7539FCE09}"/>
              </a:ext>
            </a:extLst>
          </p:cNvPr>
          <p:cNvSpPr txBox="1"/>
          <p:nvPr/>
        </p:nvSpPr>
        <p:spPr>
          <a:xfrm>
            <a:off x="248460" y="5499906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D6EDD6-988C-14B3-8B57-511F74FE4C54}"/>
              </a:ext>
            </a:extLst>
          </p:cNvPr>
          <p:cNvSpPr txBox="1"/>
          <p:nvPr/>
        </p:nvSpPr>
        <p:spPr>
          <a:xfrm>
            <a:off x="235682" y="6240630"/>
            <a:ext cx="6502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0159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3A48B-5921-AAA9-E505-67C9D105CE16}"/>
              </a:ext>
            </a:extLst>
          </p:cNvPr>
          <p:cNvSpPr txBox="1"/>
          <p:nvPr/>
        </p:nvSpPr>
        <p:spPr>
          <a:xfrm>
            <a:off x="6296515" y="1733684"/>
            <a:ext cx="20374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Obj.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Code  	</a:t>
            </a:r>
            <a:endParaRPr lang="ar-E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4F4433-61A2-2079-D078-A70347C5D51E}"/>
              </a:ext>
            </a:extLst>
          </p:cNvPr>
          <p:cNvSpPr txBox="1"/>
          <p:nvPr/>
        </p:nvSpPr>
        <p:spPr>
          <a:xfrm>
            <a:off x="6145126" y="2073738"/>
            <a:ext cx="18116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2E272D-7556-F7E7-FD77-99C6502D2522}"/>
              </a:ext>
            </a:extLst>
          </p:cNvPr>
          <p:cNvSpPr txBox="1"/>
          <p:nvPr/>
        </p:nvSpPr>
        <p:spPr>
          <a:xfrm>
            <a:off x="6191825" y="2314069"/>
            <a:ext cx="117509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000150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EDA7BB-6B31-217C-8F70-DA4966C0F6E3}"/>
              </a:ext>
            </a:extLst>
          </p:cNvPr>
          <p:cNvSpPr txBox="1"/>
          <p:nvPr/>
        </p:nvSpPr>
        <p:spPr>
          <a:xfrm>
            <a:off x="6191826" y="2551045"/>
            <a:ext cx="11750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0C0021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6CE54C-278D-E0B6-5BFB-F9C071E97D61}"/>
              </a:ext>
            </a:extLst>
          </p:cNvPr>
          <p:cNvSpPr txBox="1"/>
          <p:nvPr/>
        </p:nvSpPr>
        <p:spPr>
          <a:xfrm>
            <a:off x="6195560" y="3302348"/>
            <a:ext cx="960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0C8024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B05AD7-203F-EA28-0D3E-4C8FADDA2423}"/>
              </a:ext>
            </a:extLst>
          </p:cNvPr>
          <p:cNvSpPr txBox="1"/>
          <p:nvPr/>
        </p:nvSpPr>
        <p:spPr>
          <a:xfrm>
            <a:off x="6191826" y="2803535"/>
            <a:ext cx="93033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040021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49D844-899C-3654-294C-2EC54FBD49AF}"/>
              </a:ext>
            </a:extLst>
          </p:cNvPr>
          <p:cNvSpPr txBox="1"/>
          <p:nvPr/>
        </p:nvSpPr>
        <p:spPr>
          <a:xfrm>
            <a:off x="6191826" y="4270223"/>
            <a:ext cx="105784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28 0153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7E8D0D-D8B3-C0D4-AB82-6FF3344CD76A}"/>
              </a:ext>
            </a:extLst>
          </p:cNvPr>
          <p:cNvSpPr txBox="1"/>
          <p:nvPr/>
        </p:nvSpPr>
        <p:spPr>
          <a:xfrm>
            <a:off x="6204604" y="3537094"/>
            <a:ext cx="1045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00 0021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A17558-15E7-9E1B-FC8F-8678E3E1855F}"/>
              </a:ext>
            </a:extLst>
          </p:cNvPr>
          <p:cNvSpPr txBox="1"/>
          <p:nvPr/>
        </p:nvSpPr>
        <p:spPr>
          <a:xfrm>
            <a:off x="6204604" y="3060310"/>
            <a:ext cx="9512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000150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EAAD10-D981-8EB1-B0D9-5105E7285579}"/>
              </a:ext>
            </a:extLst>
          </p:cNvPr>
          <p:cNvSpPr txBox="1"/>
          <p:nvPr/>
        </p:nvSpPr>
        <p:spPr>
          <a:xfrm>
            <a:off x="6204604" y="3779132"/>
            <a:ext cx="12717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18 0156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CCF790-0A4D-4BB7-E8EF-4BB4B0DF5790}"/>
              </a:ext>
            </a:extLst>
          </p:cNvPr>
          <p:cNvSpPr txBox="1"/>
          <p:nvPr/>
        </p:nvSpPr>
        <p:spPr>
          <a:xfrm>
            <a:off x="6191826" y="4036549"/>
            <a:ext cx="108124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0C 0021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2E7757-AE83-90A0-999F-E7465F042433}"/>
              </a:ext>
            </a:extLst>
          </p:cNvPr>
          <p:cNvSpPr txBox="1"/>
          <p:nvPr/>
        </p:nvSpPr>
        <p:spPr>
          <a:xfrm>
            <a:off x="6204604" y="4748304"/>
            <a:ext cx="10450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38 0006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63BE50-3A5E-7D75-55E8-F14C7A2829E9}"/>
              </a:ext>
            </a:extLst>
          </p:cNvPr>
          <p:cNvSpPr txBox="1"/>
          <p:nvPr/>
        </p:nvSpPr>
        <p:spPr>
          <a:xfrm>
            <a:off x="6204603" y="4522479"/>
            <a:ext cx="113891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2C 0159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A3FF19-1531-3003-2B26-6DC78947446E}"/>
              </a:ext>
            </a:extLst>
          </p:cNvPr>
          <p:cNvSpPr txBox="1"/>
          <p:nvPr/>
        </p:nvSpPr>
        <p:spPr>
          <a:xfrm>
            <a:off x="6204604" y="5732149"/>
            <a:ext cx="8926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000064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4FBA71-92C1-C439-97B2-866C9D4CDB07}"/>
              </a:ext>
            </a:extLst>
          </p:cNvPr>
          <p:cNvSpPr txBox="1"/>
          <p:nvPr/>
        </p:nvSpPr>
        <p:spPr>
          <a:xfrm>
            <a:off x="6221432" y="5982415"/>
            <a:ext cx="9175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000003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F3B3CC-5DD6-2257-9DBE-9CEE40801F41}"/>
              </a:ext>
            </a:extLst>
          </p:cNvPr>
          <p:cNvSpPr txBox="1"/>
          <p:nvPr/>
        </p:nvSpPr>
        <p:spPr>
          <a:xfrm>
            <a:off x="6204604" y="5498833"/>
            <a:ext cx="9175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E1EF5686-5043-C10B-67F8-0B865FF69E7F}"/>
              </a:ext>
            </a:extLst>
          </p:cNvPr>
          <p:cNvSpPr txBox="1"/>
          <p:nvPr/>
        </p:nvSpPr>
        <p:spPr>
          <a:xfrm>
            <a:off x="6191826" y="6239557"/>
            <a:ext cx="9175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000014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3F1BBF5-7F3F-B5FD-ED5F-154DE72CAAC3}"/>
              </a:ext>
            </a:extLst>
          </p:cNvPr>
          <p:cNvSpPr txBox="1"/>
          <p:nvPr/>
        </p:nvSpPr>
        <p:spPr>
          <a:xfrm>
            <a:off x="243755" y="6484554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015C</a:t>
            </a:r>
            <a:endParaRPr lang="ar-EG" dirty="0">
              <a:solidFill>
                <a:srgbClr val="FF0000"/>
              </a:solidFill>
            </a:endParaRPr>
          </a:p>
        </p:txBody>
      </p:sp>
      <p:graphicFrame>
        <p:nvGraphicFramePr>
          <p:cNvPr id="1026" name="Table 1025">
            <a:extLst>
              <a:ext uri="{FF2B5EF4-FFF2-40B4-BE49-F238E27FC236}">
                <a16:creationId xmlns:a16="http://schemas.microsoft.com/office/drawing/2014/main" id="{59B600EA-420B-0176-2500-FBAFFCF90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499692"/>
              </p:ext>
            </p:extLst>
          </p:nvPr>
        </p:nvGraphicFramePr>
        <p:xfrm>
          <a:off x="7763434" y="2182349"/>
          <a:ext cx="4141492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83406">
                  <a:extLst>
                    <a:ext uri="{9D8B030D-6E8A-4147-A177-3AD203B41FA5}">
                      <a16:colId xmlns:a16="http://schemas.microsoft.com/office/drawing/2014/main" val="14821926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68099620"/>
                    </a:ext>
                  </a:extLst>
                </a:gridCol>
                <a:gridCol w="1248486">
                  <a:extLst>
                    <a:ext uri="{9D8B030D-6E8A-4147-A177-3AD203B41FA5}">
                      <a16:colId xmlns:a16="http://schemas.microsoft.com/office/drawing/2014/main" val="155180522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LDX      INDEX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61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Address (15bits)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Opcode (8)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3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0021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3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b="1" strike="sngStrike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000 0000 0010 0001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0000 0100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5524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0021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02299"/>
                  </a:ext>
                </a:extLst>
              </a:tr>
            </a:tbl>
          </a:graphicData>
        </a:graphic>
      </p:graphicFrame>
      <p:graphicFrame>
        <p:nvGraphicFramePr>
          <p:cNvPr id="1029" name="Table 1028">
            <a:extLst>
              <a:ext uri="{FF2B5EF4-FFF2-40B4-BE49-F238E27FC236}">
                <a16:creationId xmlns:a16="http://schemas.microsoft.com/office/drawing/2014/main" id="{5E655D42-5A98-4AD6-FE34-A365241CD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500660"/>
              </p:ext>
            </p:extLst>
          </p:nvPr>
        </p:nvGraphicFramePr>
        <p:xfrm>
          <a:off x="7763434" y="4450641"/>
          <a:ext cx="4141492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83406">
                  <a:extLst>
                    <a:ext uri="{9D8B030D-6E8A-4147-A177-3AD203B41FA5}">
                      <a16:colId xmlns:a16="http://schemas.microsoft.com/office/drawing/2014/main" val="14821926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68099620"/>
                    </a:ext>
                  </a:extLst>
                </a:gridCol>
                <a:gridCol w="1248486">
                  <a:extLst>
                    <a:ext uri="{9D8B030D-6E8A-4147-A177-3AD203B41FA5}">
                      <a16:colId xmlns:a16="http://schemas.microsoft.com/office/drawing/2014/main" val="155180522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      ALPHA, X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61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Address (15bits)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Opcode (8)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3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0024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OC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3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b="1" strike="sngStrike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001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0000 0010 0100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0000 1100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5524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8024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0C</a:t>
                      </a:r>
                      <a:endParaRPr lang="ar-E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022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21F6432-E9D6-05CC-26EC-B5617B2E4A7B}"/>
              </a:ext>
            </a:extLst>
          </p:cNvPr>
          <p:cNvSpPr txBox="1"/>
          <p:nvPr/>
        </p:nvSpPr>
        <p:spPr>
          <a:xfrm>
            <a:off x="6059968" y="5009482"/>
            <a:ext cx="18116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A2E56-E7B7-3A53-E100-3F385A00BE1E}"/>
              </a:ext>
            </a:extLst>
          </p:cNvPr>
          <p:cNvSpPr txBox="1"/>
          <p:nvPr/>
        </p:nvSpPr>
        <p:spPr>
          <a:xfrm>
            <a:off x="6055084" y="5241962"/>
            <a:ext cx="18116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80974-9E2A-CB4F-A96E-F409DD8628B6}"/>
              </a:ext>
            </a:extLst>
          </p:cNvPr>
          <p:cNvSpPr txBox="1"/>
          <p:nvPr/>
        </p:nvSpPr>
        <p:spPr>
          <a:xfrm>
            <a:off x="6022644" y="6465554"/>
            <a:ext cx="18116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1ADBA2-9BB3-B65B-F261-3A1CD7AB6735}"/>
              </a:ext>
            </a:extLst>
          </p:cNvPr>
          <p:cNvSpPr txBox="1"/>
          <p:nvPr/>
        </p:nvSpPr>
        <p:spPr>
          <a:xfrm>
            <a:off x="8784654" y="604789"/>
            <a:ext cx="2386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104573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1" grpId="0"/>
      <p:bldP spid="62" grpId="0"/>
      <p:bldP spid="63" grpId="0"/>
      <p:bldP spid="1024" grpId="0"/>
      <p:bldP spid="4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 Two..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E4DF9-ADEE-5CD3-334E-72154B528E3A}"/>
              </a:ext>
            </a:extLst>
          </p:cNvPr>
          <p:cNvSpPr txBox="1"/>
          <p:nvPr/>
        </p:nvSpPr>
        <p:spPr>
          <a:xfrm>
            <a:off x="335280" y="1567858"/>
            <a:ext cx="295656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>
                <a:latin typeface="+mj-lt"/>
                <a:ea typeface="+mj-ea"/>
                <a:cs typeface="+mj-cs"/>
              </a:rPr>
              <a:t>H.T.E Record</a:t>
            </a:r>
            <a:endParaRPr lang="ar-EG" sz="4000" b="1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4577B-F5FD-BD6B-3B03-B39DC59238CF}"/>
              </a:ext>
            </a:extLst>
          </p:cNvPr>
          <p:cNvSpPr txBox="1"/>
          <p:nvPr/>
        </p:nvSpPr>
        <p:spPr>
          <a:xfrm>
            <a:off x="335280" y="24363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H. program name(6). Starting address(6). Length(6) </a:t>
            </a:r>
            <a:endParaRPr lang="ar-E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CA3629-BB31-11DE-3A87-CE561E6D6BF6}"/>
              </a:ext>
            </a:extLst>
          </p:cNvPr>
          <p:cNvSpPr txBox="1"/>
          <p:nvPr/>
        </p:nvSpPr>
        <p:spPr>
          <a:xfrm>
            <a:off x="335280" y="28032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H.XXProg1.000000.00015C 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4D722B-3F72-AB36-65FD-F195CAA4BB3A}"/>
              </a:ext>
            </a:extLst>
          </p:cNvPr>
          <p:cNvSpPr txBox="1"/>
          <p:nvPr/>
        </p:nvSpPr>
        <p:spPr>
          <a:xfrm>
            <a:off x="315816" y="3172552"/>
            <a:ext cx="835152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T. Starting address of each t record(6) . Size of instruction(2). obj. code of all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inst</a:t>
            </a: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(6)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24F094-E3CB-AB4C-6651-D45A1C3949D0}"/>
              </a:ext>
            </a:extLst>
          </p:cNvPr>
          <p:cNvSpPr txBox="1"/>
          <p:nvPr/>
        </p:nvSpPr>
        <p:spPr>
          <a:xfrm>
            <a:off x="315816" y="3666104"/>
            <a:ext cx="9671464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T.000000.1E.000150.0C0021.040021.000150.0C8024.00021.180156.0C0021.280153.2C0159</a:t>
            </a:r>
            <a:endParaRPr lang="en-US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74B91C-A205-F24D-7AC8-26FD8B124F36}"/>
              </a:ext>
            </a:extLst>
          </p:cNvPr>
          <p:cNvSpPr txBox="1"/>
          <p:nvPr/>
        </p:nvSpPr>
        <p:spPr>
          <a:xfrm>
            <a:off x="335280" y="4017396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T.00001E.03.380006</a:t>
            </a:r>
            <a:endParaRPr lang="en-US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163F14-E710-AE2E-B3C6-5F6B907EB517}"/>
              </a:ext>
            </a:extLst>
          </p:cNvPr>
          <p:cNvSpPr txBox="1"/>
          <p:nvPr/>
        </p:nvSpPr>
        <p:spPr>
          <a:xfrm>
            <a:off x="335280" y="4368688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T.000150.0C. 0000000.000064.0000003.000014</a:t>
            </a:r>
            <a:endParaRPr lang="en-US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F80209-5164-4D04-2400-E44D1D23ED73}"/>
              </a:ext>
            </a:extLst>
          </p:cNvPr>
          <p:cNvSpPr txBox="1"/>
          <p:nvPr/>
        </p:nvSpPr>
        <p:spPr>
          <a:xfrm>
            <a:off x="315816" y="48753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E. Starting address(6) </a:t>
            </a:r>
            <a:endParaRPr lang="ar-EG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AF6DBD-CDD4-8E7B-E89F-F3A68F7B58BC}"/>
              </a:ext>
            </a:extLst>
          </p:cNvPr>
          <p:cNvSpPr txBox="1"/>
          <p:nvPr/>
        </p:nvSpPr>
        <p:spPr>
          <a:xfrm>
            <a:off x="335280" y="52266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E.000000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438EE-928C-63D0-1DA6-CED159D7EB05}"/>
              </a:ext>
            </a:extLst>
          </p:cNvPr>
          <p:cNvSpPr txBox="1"/>
          <p:nvPr/>
        </p:nvSpPr>
        <p:spPr>
          <a:xfrm>
            <a:off x="8784654" y="604789"/>
            <a:ext cx="2386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190871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/>
      <p:bldP spid="33" grpId="0"/>
      <p:bldP spid="35" grpId="0"/>
      <p:bldP spid="37" grpId="0"/>
      <p:bldP spid="39" grpId="0"/>
      <p:bldP spid="41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More Examples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03F25F-7D77-65A9-BD85-24955D06F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575979"/>
              </p:ext>
            </p:extLst>
          </p:nvPr>
        </p:nvGraphicFramePr>
        <p:xfrm>
          <a:off x="2153921" y="2872740"/>
          <a:ext cx="8127999" cy="11125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260673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543281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56075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Obj. Code </a:t>
                      </a:r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Reference</a:t>
                      </a:r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Instructions</a:t>
                      </a:r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998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73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1"/>
                      <a:endParaRPr lang="ar-EG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4606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9E608B-66F4-16EA-91D6-2EF675BF6B17}"/>
              </a:ext>
            </a:extLst>
          </p:cNvPr>
          <p:cNvSpPr txBox="1"/>
          <p:nvPr/>
        </p:nvSpPr>
        <p:spPr>
          <a:xfrm>
            <a:off x="3053508" y="3243580"/>
            <a:ext cx="42210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BYTE			X ’05’	</a:t>
            </a:r>
            <a:endParaRPr lang="ar-E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30B7DC-8F25-2B3C-946C-C4C24D0F87A3}"/>
              </a:ext>
            </a:extLst>
          </p:cNvPr>
          <p:cNvSpPr txBox="1"/>
          <p:nvPr/>
        </p:nvSpPr>
        <p:spPr>
          <a:xfrm>
            <a:off x="8572167" y="3243580"/>
            <a:ext cx="15515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05	</a:t>
            </a:r>
            <a:endParaRPr lang="ar-E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3E5A5C-185C-24CA-B0D2-F800C43ED072}"/>
              </a:ext>
            </a:extLst>
          </p:cNvPr>
          <p:cNvSpPr txBox="1"/>
          <p:nvPr/>
        </p:nvSpPr>
        <p:spPr>
          <a:xfrm>
            <a:off x="3074256" y="3612912"/>
            <a:ext cx="42210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BYTE			C ’EOF’	</a:t>
            </a:r>
            <a:endParaRPr lang="ar-E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29B94F-A6A5-0042-EC3E-3FDBFE29DE0F}"/>
              </a:ext>
            </a:extLst>
          </p:cNvPr>
          <p:cNvSpPr txBox="1"/>
          <p:nvPr/>
        </p:nvSpPr>
        <p:spPr>
          <a:xfrm>
            <a:off x="8408083" y="3612912"/>
            <a:ext cx="15515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454F46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39511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" grpId="0"/>
      <p:bldP spid="32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50F21-2AE1-3FBD-D8B3-1949474A5423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PASS ONE &amp; TWO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782721-F1AA-F2CA-6BD9-CE0CFD06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62" y="2073713"/>
            <a:ext cx="5224222" cy="462912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B1776A8-3385-969C-EA10-615694243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364098"/>
              </p:ext>
            </p:extLst>
          </p:nvPr>
        </p:nvGraphicFramePr>
        <p:xfrm>
          <a:off x="524380" y="1641722"/>
          <a:ext cx="7414385" cy="4968240"/>
        </p:xfrm>
        <a:graphic>
          <a:graphicData uri="http://schemas.openxmlformats.org/drawingml/2006/table">
            <a:tbl>
              <a:tblPr rtl="1" firstRow="1" bandRow="1">
                <a:tableStyleId>{C083E6E3-FA7D-4D7B-A595-EF9225AFEA82}</a:tableStyleId>
              </a:tblPr>
              <a:tblGrid>
                <a:gridCol w="1513067">
                  <a:extLst>
                    <a:ext uri="{9D8B030D-6E8A-4147-A177-3AD203B41FA5}">
                      <a16:colId xmlns:a16="http://schemas.microsoft.com/office/drawing/2014/main" val="3407784883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131649774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960888103"/>
                    </a:ext>
                  </a:extLst>
                </a:gridCol>
                <a:gridCol w="1326808">
                  <a:extLst>
                    <a:ext uri="{9D8B030D-6E8A-4147-A177-3AD203B41FA5}">
                      <a16:colId xmlns:a16="http://schemas.microsoft.com/office/drawing/2014/main" val="2216473935"/>
                    </a:ext>
                  </a:extLst>
                </a:gridCol>
                <a:gridCol w="957550">
                  <a:extLst>
                    <a:ext uri="{9D8B030D-6E8A-4147-A177-3AD203B41FA5}">
                      <a16:colId xmlns:a16="http://schemas.microsoft.com/office/drawing/2014/main" val="2584979155"/>
                    </a:ext>
                  </a:extLst>
                </a:gridCol>
              </a:tblGrid>
              <a:tr h="18509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000" dirty="0"/>
                        <a:t> </a:t>
                      </a:r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Location Counter  </a:t>
                      </a:r>
                      <a:endParaRPr lang="ar-E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414912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6764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36070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32110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390994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91603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3638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014785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712501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38986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86560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43992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531567"/>
                  </a:ext>
                </a:extLst>
              </a:tr>
              <a:tr h="235404"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EG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7811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FFF88D7-38FA-F075-2838-597F75D45772}"/>
              </a:ext>
            </a:extLst>
          </p:cNvPr>
          <p:cNvSpPr txBox="1"/>
          <p:nvPr/>
        </p:nvSpPr>
        <p:spPr>
          <a:xfrm>
            <a:off x="1970971" y="1734706"/>
            <a:ext cx="4521202" cy="3676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Symbols	     Instructions     Reference</a:t>
            </a:r>
            <a:endParaRPr lang="ar-E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27B902-DF12-C428-62ED-007CA3A44F1F}"/>
              </a:ext>
            </a:extLst>
          </p:cNvPr>
          <p:cNvSpPr txBox="1"/>
          <p:nvPr/>
        </p:nvSpPr>
        <p:spPr>
          <a:xfrm>
            <a:off x="6461670" y="1746094"/>
            <a:ext cx="20374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Obj.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Code  	</a:t>
            </a:r>
            <a:endParaRPr lang="ar-E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D2BC6-464F-9BF0-3D72-C04E308EA353}"/>
              </a:ext>
            </a:extLst>
          </p:cNvPr>
          <p:cNvSpPr txBox="1"/>
          <p:nvPr/>
        </p:nvSpPr>
        <p:spPr>
          <a:xfrm>
            <a:off x="573279" y="2186874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0030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0B8521-A32C-4268-BF7C-C77540D5DA09}"/>
              </a:ext>
            </a:extLst>
          </p:cNvPr>
          <p:cNvSpPr txBox="1"/>
          <p:nvPr/>
        </p:nvSpPr>
        <p:spPr>
          <a:xfrm>
            <a:off x="562283" y="2553048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0030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5E125-D00C-9C3F-BA65-A9AE8D974BAE}"/>
              </a:ext>
            </a:extLst>
          </p:cNvPr>
          <p:cNvSpPr txBox="1"/>
          <p:nvPr/>
        </p:nvSpPr>
        <p:spPr>
          <a:xfrm>
            <a:off x="551286" y="3558474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0039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BFE5FE-0648-E013-D636-0F919A806002}"/>
              </a:ext>
            </a:extLst>
          </p:cNvPr>
          <p:cNvSpPr txBox="1"/>
          <p:nvPr/>
        </p:nvSpPr>
        <p:spPr>
          <a:xfrm>
            <a:off x="562283" y="3216150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0036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6DC851-5032-CF4F-FDCA-E21808EC065E}"/>
              </a:ext>
            </a:extLst>
          </p:cNvPr>
          <p:cNvSpPr txBox="1"/>
          <p:nvPr/>
        </p:nvSpPr>
        <p:spPr>
          <a:xfrm>
            <a:off x="573279" y="2901240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0033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9CF2CB-4E1A-50A1-5B19-625EE0F438A5}"/>
              </a:ext>
            </a:extLst>
          </p:cNvPr>
          <p:cNvSpPr txBox="1"/>
          <p:nvPr/>
        </p:nvSpPr>
        <p:spPr>
          <a:xfrm>
            <a:off x="562283" y="3904060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003C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5F307E-FDAB-DF0D-9C7C-60062D3C351D}"/>
              </a:ext>
            </a:extLst>
          </p:cNvPr>
          <p:cNvSpPr txBox="1"/>
          <p:nvPr/>
        </p:nvSpPr>
        <p:spPr>
          <a:xfrm>
            <a:off x="573279" y="4254191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003F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5A6D56-6ED4-5887-7D6B-CB54D7A6D02D}"/>
              </a:ext>
            </a:extLst>
          </p:cNvPr>
          <p:cNvSpPr txBox="1"/>
          <p:nvPr/>
        </p:nvSpPr>
        <p:spPr>
          <a:xfrm>
            <a:off x="573279" y="4930707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0045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C6B44F-FD67-6A78-908C-FDA3138C19A0}"/>
              </a:ext>
            </a:extLst>
          </p:cNvPr>
          <p:cNvSpPr txBox="1"/>
          <p:nvPr/>
        </p:nvSpPr>
        <p:spPr>
          <a:xfrm>
            <a:off x="562283" y="4580576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0042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534F48-BE2D-C59E-3727-0857C9512AD7}"/>
              </a:ext>
            </a:extLst>
          </p:cNvPr>
          <p:cNvSpPr txBox="1"/>
          <p:nvPr/>
        </p:nvSpPr>
        <p:spPr>
          <a:xfrm>
            <a:off x="573279" y="5615276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004B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E5362-0759-5B01-9CB8-896E51421D1C}"/>
              </a:ext>
            </a:extLst>
          </p:cNvPr>
          <p:cNvSpPr txBox="1"/>
          <p:nvPr/>
        </p:nvSpPr>
        <p:spPr>
          <a:xfrm>
            <a:off x="573279" y="5292232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0048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41ADBE-0AAE-785F-EF62-AB32680F4088}"/>
              </a:ext>
            </a:extLst>
          </p:cNvPr>
          <p:cNvSpPr txBox="1"/>
          <p:nvPr/>
        </p:nvSpPr>
        <p:spPr>
          <a:xfrm>
            <a:off x="551286" y="6260779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00B0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41C438-4D00-9DDF-0094-12B29930357A}"/>
              </a:ext>
            </a:extLst>
          </p:cNvPr>
          <p:cNvSpPr txBox="1"/>
          <p:nvPr/>
        </p:nvSpPr>
        <p:spPr>
          <a:xfrm>
            <a:off x="552198" y="5953595"/>
            <a:ext cx="78399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004C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13CEA5-4A9D-3816-6C6F-D9FCE83EADDB}"/>
              </a:ext>
            </a:extLst>
          </p:cNvPr>
          <p:cNvSpPr txBox="1"/>
          <p:nvPr/>
        </p:nvSpPr>
        <p:spPr>
          <a:xfrm>
            <a:off x="6422148" y="2207467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2EC426-FEDF-8F94-C647-355287CFBECC}"/>
              </a:ext>
            </a:extLst>
          </p:cNvPr>
          <p:cNvSpPr txBox="1"/>
          <p:nvPr/>
        </p:nvSpPr>
        <p:spPr>
          <a:xfrm>
            <a:off x="6447593" y="6260779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33D900-B6DB-5A5E-E449-31EA9E8D9DDD}"/>
              </a:ext>
            </a:extLst>
          </p:cNvPr>
          <p:cNvSpPr txBox="1"/>
          <p:nvPr/>
        </p:nvSpPr>
        <p:spPr>
          <a:xfrm>
            <a:off x="6447593" y="5920949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No Obj. code</a:t>
            </a:r>
            <a:endParaRPr lang="ar-E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79CF5F-EBE9-B567-353D-CED52B5050EA}"/>
              </a:ext>
            </a:extLst>
          </p:cNvPr>
          <p:cNvSpPr txBox="1"/>
          <p:nvPr/>
        </p:nvSpPr>
        <p:spPr>
          <a:xfrm>
            <a:off x="6436403" y="2552135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04 0045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B8DC15-7217-DB1E-CF6E-9C774F00FF08}"/>
              </a:ext>
            </a:extLst>
          </p:cNvPr>
          <p:cNvSpPr txBox="1"/>
          <p:nvPr/>
        </p:nvSpPr>
        <p:spPr>
          <a:xfrm>
            <a:off x="6454044" y="2877763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E0 004B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94A2C7-5ADD-69DB-7065-05F5FF16D77A}"/>
              </a:ext>
            </a:extLst>
          </p:cNvPr>
          <p:cNvSpPr txBox="1"/>
          <p:nvPr/>
        </p:nvSpPr>
        <p:spPr>
          <a:xfrm>
            <a:off x="6450694" y="3183507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30 0033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7AD0AD-34C1-9D4C-0799-DEC300F222B8}"/>
              </a:ext>
            </a:extLst>
          </p:cNvPr>
          <p:cNvSpPr txBox="1"/>
          <p:nvPr/>
        </p:nvSpPr>
        <p:spPr>
          <a:xfrm>
            <a:off x="6453068" y="3518543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50 804C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CD3839-6EC6-7C20-C3CB-15E6F1D18C34}"/>
              </a:ext>
            </a:extLst>
          </p:cNvPr>
          <p:cNvSpPr txBox="1"/>
          <p:nvPr/>
        </p:nvSpPr>
        <p:spPr>
          <a:xfrm>
            <a:off x="6436403" y="3897213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DC 004B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DA1264-E40A-0150-F0F9-BDF3D14B4EE8}"/>
              </a:ext>
            </a:extLst>
          </p:cNvPr>
          <p:cNvSpPr txBox="1"/>
          <p:nvPr/>
        </p:nvSpPr>
        <p:spPr>
          <a:xfrm>
            <a:off x="6436490" y="4187217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2C 0048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396253-1B9A-3C6D-7E04-E23F2CA2D364}"/>
              </a:ext>
            </a:extLst>
          </p:cNvPr>
          <p:cNvSpPr txBox="1"/>
          <p:nvPr/>
        </p:nvSpPr>
        <p:spPr>
          <a:xfrm>
            <a:off x="6418915" y="4564792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38 0033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E94AEA-A323-3D63-40AD-684303030935}"/>
              </a:ext>
            </a:extLst>
          </p:cNvPr>
          <p:cNvSpPr txBox="1"/>
          <p:nvPr/>
        </p:nvSpPr>
        <p:spPr>
          <a:xfrm>
            <a:off x="6428943" y="4930707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000000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6EF020-BA1B-A4D1-796A-84E658E4A686}"/>
              </a:ext>
            </a:extLst>
          </p:cNvPr>
          <p:cNvSpPr txBox="1"/>
          <p:nvPr/>
        </p:nvSpPr>
        <p:spPr>
          <a:xfrm>
            <a:off x="6447329" y="5264590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000001</a:t>
            </a:r>
            <a:endParaRPr lang="ar-EG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17E525-D4E7-B476-8CD7-E1E21DD2AF75}"/>
              </a:ext>
            </a:extLst>
          </p:cNvPr>
          <p:cNvSpPr txBox="1"/>
          <p:nvPr/>
        </p:nvSpPr>
        <p:spPr>
          <a:xfrm>
            <a:off x="6457621" y="5581119"/>
            <a:ext cx="14911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05</a:t>
            </a:r>
            <a:endParaRPr lang="ar-EG" dirty="0">
              <a:solidFill>
                <a:srgbClr val="FF0000"/>
              </a:solidFill>
            </a:endParaRP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B3EA711-6A88-36D7-1A91-EA158570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856456"/>
              </p:ext>
            </p:extLst>
          </p:nvPr>
        </p:nvGraphicFramePr>
        <p:xfrm>
          <a:off x="8001623" y="1715867"/>
          <a:ext cx="4040744" cy="2133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020372">
                  <a:extLst>
                    <a:ext uri="{9D8B030D-6E8A-4147-A177-3AD203B41FA5}">
                      <a16:colId xmlns:a16="http://schemas.microsoft.com/office/drawing/2014/main" val="1203545857"/>
                    </a:ext>
                  </a:extLst>
                </a:gridCol>
                <a:gridCol w="2020372">
                  <a:extLst>
                    <a:ext uri="{9D8B030D-6E8A-4147-A177-3AD203B41FA5}">
                      <a16:colId xmlns:a16="http://schemas.microsoft.com/office/drawing/2014/main" val="1392870502"/>
                    </a:ext>
                  </a:extLst>
                </a:gridCol>
              </a:tblGrid>
              <a:tr h="247288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Symbol</a:t>
                      </a:r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407399"/>
                  </a:ext>
                </a:extLst>
              </a:tr>
              <a:tr h="247288"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9727"/>
                  </a:ext>
                </a:extLst>
              </a:tr>
              <a:tr h="247288">
                <a:tc>
                  <a:txBody>
                    <a:bodyPr/>
                    <a:lstStyle/>
                    <a:p>
                      <a:pPr algn="ctr" rtl="1"/>
                      <a:endParaRPr lang="ar-EG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082022"/>
                  </a:ext>
                </a:extLst>
              </a:tr>
              <a:tr h="247288">
                <a:tc>
                  <a:txBody>
                    <a:bodyPr/>
                    <a:lstStyle/>
                    <a:p>
                      <a:pPr algn="ctr" rtl="1"/>
                      <a:endParaRPr lang="ar-EG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457701"/>
                  </a:ext>
                </a:extLst>
              </a:tr>
              <a:tr h="247288">
                <a:tc>
                  <a:txBody>
                    <a:bodyPr/>
                    <a:lstStyle/>
                    <a:p>
                      <a:pPr algn="ctr" rtl="1"/>
                      <a:endParaRPr lang="ar-EG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382027"/>
                  </a:ext>
                </a:extLst>
              </a:tr>
              <a:tr h="247288"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33886"/>
                  </a:ext>
                </a:extLst>
              </a:tr>
              <a:tr h="247288">
                <a:tc>
                  <a:txBody>
                    <a:bodyPr/>
                    <a:lstStyle/>
                    <a:p>
                      <a:pPr algn="ctr" rtl="1"/>
                      <a:endParaRPr lang="ar-EG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EG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795763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64D0CA2B-F471-E272-7CA1-B72913E879D9}"/>
              </a:ext>
            </a:extLst>
          </p:cNvPr>
          <p:cNvSpPr txBox="1"/>
          <p:nvPr/>
        </p:nvSpPr>
        <p:spPr>
          <a:xfrm>
            <a:off x="8619219" y="1989787"/>
            <a:ext cx="30727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WRREC	                      0030	</a:t>
            </a:r>
            <a:endParaRPr lang="ar-EG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B3F8FA-8859-A242-CCC0-4797EE49484C}"/>
              </a:ext>
            </a:extLst>
          </p:cNvPr>
          <p:cNvSpPr txBox="1"/>
          <p:nvPr/>
        </p:nvSpPr>
        <p:spPr>
          <a:xfrm>
            <a:off x="8619219" y="2285770"/>
            <a:ext cx="30727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WLOOP	                      0033	</a:t>
            </a:r>
            <a:endParaRPr lang="ar-EG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7A9033-026C-C535-5933-FC4980CA304A}"/>
              </a:ext>
            </a:extLst>
          </p:cNvPr>
          <p:cNvSpPr txBox="1"/>
          <p:nvPr/>
        </p:nvSpPr>
        <p:spPr>
          <a:xfrm>
            <a:off x="8619219" y="2599671"/>
            <a:ext cx="30727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ZERO	                      0045	</a:t>
            </a:r>
            <a:endParaRPr lang="ar-E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4208B4-1F5E-AB5F-47F3-44BBF390B785}"/>
              </a:ext>
            </a:extLst>
          </p:cNvPr>
          <p:cNvSpPr txBox="1"/>
          <p:nvPr/>
        </p:nvSpPr>
        <p:spPr>
          <a:xfrm>
            <a:off x="8627183" y="2886027"/>
            <a:ext cx="30727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LENGTH	                      0048	</a:t>
            </a:r>
            <a:endParaRPr lang="ar-E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FC4946-78C0-CB9B-DD06-06B209D51680}"/>
              </a:ext>
            </a:extLst>
          </p:cNvPr>
          <p:cNvSpPr txBox="1"/>
          <p:nvPr/>
        </p:nvSpPr>
        <p:spPr>
          <a:xfrm>
            <a:off x="8594909" y="3199928"/>
            <a:ext cx="30727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OUTPUT	                      004B	</a:t>
            </a:r>
            <a:endParaRPr lang="ar-EG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5A2A44-B5F4-55BC-E94D-0B5F9BC3B1A2}"/>
              </a:ext>
            </a:extLst>
          </p:cNvPr>
          <p:cNvSpPr txBox="1"/>
          <p:nvPr/>
        </p:nvSpPr>
        <p:spPr>
          <a:xfrm>
            <a:off x="8602205" y="3524698"/>
            <a:ext cx="30727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RECORD	                      004C	</a:t>
            </a:r>
            <a:endParaRPr lang="ar-EG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650AD8-D354-4527-E756-144EF910BA19}"/>
              </a:ext>
            </a:extLst>
          </p:cNvPr>
          <p:cNvSpPr txBox="1"/>
          <p:nvPr/>
        </p:nvSpPr>
        <p:spPr>
          <a:xfrm>
            <a:off x="7923638" y="4085002"/>
            <a:ext cx="611632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H.HW1BXX.000030.000080</a:t>
            </a: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88D14C-2F49-AF9E-1D2E-18F994D663AB}"/>
              </a:ext>
            </a:extLst>
          </p:cNvPr>
          <p:cNvSpPr txBox="1"/>
          <p:nvPr/>
        </p:nvSpPr>
        <p:spPr>
          <a:xfrm>
            <a:off x="7903219" y="5511912"/>
            <a:ext cx="2672079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E.000030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165FE8-988A-5B44-D9ED-BA399F4DB345}"/>
              </a:ext>
            </a:extLst>
          </p:cNvPr>
          <p:cNvSpPr txBox="1"/>
          <p:nvPr/>
        </p:nvSpPr>
        <p:spPr>
          <a:xfrm>
            <a:off x="7909997" y="4398122"/>
            <a:ext cx="428200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T.000030.1C.</a:t>
            </a:r>
            <a:endParaRPr lang="en-US" b="1" dirty="0">
              <a:solidFill>
                <a:srgbClr val="59595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102F85-2E79-D5DD-F92E-1FC5577020AD}"/>
              </a:ext>
            </a:extLst>
          </p:cNvPr>
          <p:cNvSpPr txBox="1"/>
          <p:nvPr/>
        </p:nvSpPr>
        <p:spPr>
          <a:xfrm>
            <a:off x="7925821" y="4396289"/>
            <a:ext cx="4315078" cy="117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595959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040045.E0004B.300033.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595959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50804C.DC004B.2C0048.380033.000000.</a:t>
            </a:r>
          </a:p>
          <a:p>
            <a:pPr marL="0" marR="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595959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000001.05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1A82D8-46D9-6C3C-EC24-999E9C466640}"/>
              </a:ext>
            </a:extLst>
          </p:cNvPr>
          <p:cNvSpPr txBox="1"/>
          <p:nvPr/>
        </p:nvSpPr>
        <p:spPr>
          <a:xfrm>
            <a:off x="8784654" y="604789"/>
            <a:ext cx="2386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Question 2</a:t>
            </a:r>
          </a:p>
        </p:txBody>
      </p:sp>
    </p:spTree>
    <p:extLst>
      <p:ext uri="{BB962C8B-B14F-4D97-AF65-F5344CB8AC3E}">
        <p14:creationId xmlns:p14="http://schemas.microsoft.com/office/powerpoint/2010/main" val="309658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3" grpId="0"/>
      <p:bldP spid="45" grpId="0"/>
      <p:bldP spid="46" grpId="0"/>
      <p:bldP spid="47" grpId="0"/>
      <p:bldP spid="49" grpId="0"/>
      <p:bldP spid="50" grpId="0"/>
      <p:bldP spid="54" grpId="0"/>
      <p:bldP spid="56" grpId="0"/>
      <p:bldP spid="58" grpId="0"/>
      <p:bldP spid="5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774</Words>
  <Application>Microsoft Office PowerPoint</Application>
  <PresentationFormat>Widescreen</PresentationFormat>
  <Paragraphs>272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Section 2</vt:lpstr>
      <vt:lpstr>SIC machine architecture</vt:lpstr>
      <vt:lpstr>SIC machine architecture</vt:lpstr>
      <vt:lpstr>Assembler Directives</vt:lpstr>
      <vt:lpstr>Assembler Data Structures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NADEEN EMAD EL DIN HAMDY ABDELFATAH</dc:creator>
  <cp:lastModifiedBy>Elmekky Yara</cp:lastModifiedBy>
  <cp:revision>16</cp:revision>
  <dcterms:created xsi:type="dcterms:W3CDTF">2021-11-26T20:08:50Z</dcterms:created>
  <dcterms:modified xsi:type="dcterms:W3CDTF">2026-02-22T00:56:08Z</dcterms:modified>
</cp:coreProperties>
</file>